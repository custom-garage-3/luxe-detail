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7562850" cy="10688638"/>
  <p:notesSz cx="10688638" cy="756285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中間スタイル 2 - アクセント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5AB1C69-6EDB-4FF4-983F-18BD219EF322}" styleName="中間スタイル 2 - アクセント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スタイル (中間)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58" d="100"/>
          <a:sy n="58" d="100"/>
        </p:scale>
        <p:origin x="2028" y="2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菖 堀本" userId="b36a4a50b9b54e10" providerId="LiveId" clId="{90068D22-3722-4702-AD75-7F3BD75F5A44}"/>
    <pc:docChg chg="undo custSel modSld">
      <pc:chgData name="菖 堀本" userId="b36a4a50b9b54e10" providerId="LiveId" clId="{90068D22-3722-4702-AD75-7F3BD75F5A44}" dt="2026-05-23T07:44:34.060" v="418" actId="403"/>
      <pc:docMkLst>
        <pc:docMk/>
      </pc:docMkLst>
      <pc:sldChg chg="addSp delSp modSp mod">
        <pc:chgData name="菖 堀本" userId="b36a4a50b9b54e10" providerId="LiveId" clId="{90068D22-3722-4702-AD75-7F3BD75F5A44}" dt="2026-05-23T07:44:34.060" v="418" actId="403"/>
        <pc:sldMkLst>
          <pc:docMk/>
          <pc:sldMk cId="0" sldId="256"/>
        </pc:sldMkLst>
        <pc:spChg chg="add del mod">
          <ac:chgData name="菖 堀本" userId="b36a4a50b9b54e10" providerId="LiveId" clId="{90068D22-3722-4702-AD75-7F3BD75F5A44}" dt="2026-05-23T07:38:32.725" v="213" actId="478"/>
          <ac:spMkLst>
            <pc:docMk/>
            <pc:sldMk cId="0" sldId="256"/>
            <ac:spMk id="2" creationId="{00000000-0000-0000-0000-000000000000}"/>
          </ac:spMkLst>
        </pc:spChg>
        <pc:spChg chg="mod">
          <ac:chgData name="菖 堀本" userId="b36a4a50b9b54e10" providerId="LiveId" clId="{90068D22-3722-4702-AD75-7F3BD75F5A44}" dt="2026-05-23T07:44:29.080" v="416" actId="404"/>
          <ac:spMkLst>
            <pc:docMk/>
            <pc:sldMk cId="0" sldId="256"/>
            <ac:spMk id="3" creationId="{00000000-0000-0000-0000-000000000000}"/>
          </ac:spMkLst>
        </pc:spChg>
        <pc:spChg chg="del mod">
          <ac:chgData name="菖 堀本" userId="b36a4a50b9b54e10" providerId="LiveId" clId="{90068D22-3722-4702-AD75-7F3BD75F5A44}" dt="2026-05-23T07:39:40.525" v="237" actId="478"/>
          <ac:spMkLst>
            <pc:docMk/>
            <pc:sldMk cId="0" sldId="256"/>
            <ac:spMk id="4" creationId="{00000000-0000-0000-0000-000000000000}"/>
          </ac:spMkLst>
        </pc:spChg>
        <pc:spChg chg="mod">
          <ac:chgData name="菖 堀本" userId="b36a4a50b9b54e10" providerId="LiveId" clId="{90068D22-3722-4702-AD75-7F3BD75F5A44}" dt="2026-05-23T07:44:34.060" v="418" actId="403"/>
          <ac:spMkLst>
            <pc:docMk/>
            <pc:sldMk cId="0" sldId="256"/>
            <ac:spMk id="5" creationId="{00000000-0000-0000-0000-000000000000}"/>
          </ac:spMkLst>
        </pc:spChg>
        <pc:spChg chg="mod ord">
          <ac:chgData name="菖 堀本" userId="b36a4a50b9b54e10" providerId="LiveId" clId="{90068D22-3722-4702-AD75-7F3BD75F5A44}" dt="2026-05-23T07:37:40.529" v="203" actId="167"/>
          <ac:spMkLst>
            <pc:docMk/>
            <pc:sldMk cId="0" sldId="256"/>
            <ac:spMk id="6" creationId="{00000000-0000-0000-0000-000000000000}"/>
          </ac:spMkLst>
        </pc:spChg>
        <pc:spChg chg="mod">
          <ac:chgData name="菖 堀本" userId="b36a4a50b9b54e10" providerId="LiveId" clId="{90068D22-3722-4702-AD75-7F3BD75F5A44}" dt="2026-05-23T07:40:55.669" v="263" actId="1076"/>
          <ac:spMkLst>
            <pc:docMk/>
            <pc:sldMk cId="0" sldId="256"/>
            <ac:spMk id="7" creationId="{00000000-0000-0000-0000-000000000000}"/>
          </ac:spMkLst>
        </pc:spChg>
        <pc:spChg chg="mod">
          <ac:chgData name="菖 堀本" userId="b36a4a50b9b54e10" providerId="LiveId" clId="{90068D22-3722-4702-AD75-7F3BD75F5A44}" dt="2026-05-23T07:40:55.669" v="263" actId="1076"/>
          <ac:spMkLst>
            <pc:docMk/>
            <pc:sldMk cId="0" sldId="256"/>
            <ac:spMk id="8" creationId="{00000000-0000-0000-0000-000000000000}"/>
          </ac:spMkLst>
        </pc:spChg>
        <pc:spChg chg="mod">
          <ac:chgData name="菖 堀本" userId="b36a4a50b9b54e10" providerId="LiveId" clId="{90068D22-3722-4702-AD75-7F3BD75F5A44}" dt="2026-05-23T07:40:55.669" v="263" actId="1076"/>
          <ac:spMkLst>
            <pc:docMk/>
            <pc:sldMk cId="0" sldId="256"/>
            <ac:spMk id="9" creationId="{00000000-0000-0000-0000-000000000000}"/>
          </ac:spMkLst>
        </pc:spChg>
        <pc:spChg chg="mod">
          <ac:chgData name="菖 堀本" userId="b36a4a50b9b54e10" providerId="LiveId" clId="{90068D22-3722-4702-AD75-7F3BD75F5A44}" dt="2026-05-23T07:40:55.669" v="263" actId="1076"/>
          <ac:spMkLst>
            <pc:docMk/>
            <pc:sldMk cId="0" sldId="256"/>
            <ac:spMk id="12" creationId="{00000000-0000-0000-0000-000000000000}"/>
          </ac:spMkLst>
        </pc:spChg>
        <pc:spChg chg="mod">
          <ac:chgData name="菖 堀本" userId="b36a4a50b9b54e10" providerId="LiveId" clId="{90068D22-3722-4702-AD75-7F3BD75F5A44}" dt="2026-05-23T07:40:50.949" v="262" actId="14100"/>
          <ac:spMkLst>
            <pc:docMk/>
            <pc:sldMk cId="0" sldId="256"/>
            <ac:spMk id="14" creationId="{00000000-0000-0000-0000-000000000000}"/>
          </ac:spMkLst>
        </pc:spChg>
        <pc:spChg chg="mod">
          <ac:chgData name="菖 堀本" userId="b36a4a50b9b54e10" providerId="LiveId" clId="{90068D22-3722-4702-AD75-7F3BD75F5A44}" dt="2026-05-23T07:40:50.949" v="262" actId="14100"/>
          <ac:spMkLst>
            <pc:docMk/>
            <pc:sldMk cId="0" sldId="256"/>
            <ac:spMk id="15" creationId="{00000000-0000-0000-0000-000000000000}"/>
          </ac:spMkLst>
        </pc:spChg>
        <pc:spChg chg="mod">
          <ac:chgData name="菖 堀本" userId="b36a4a50b9b54e10" providerId="LiveId" clId="{90068D22-3722-4702-AD75-7F3BD75F5A44}" dt="2026-05-23T07:40:50.949" v="262" actId="14100"/>
          <ac:spMkLst>
            <pc:docMk/>
            <pc:sldMk cId="0" sldId="256"/>
            <ac:spMk id="17" creationId="{00000000-0000-0000-0000-000000000000}"/>
          </ac:spMkLst>
        </pc:spChg>
        <pc:spChg chg="mod">
          <ac:chgData name="菖 堀本" userId="b36a4a50b9b54e10" providerId="LiveId" clId="{90068D22-3722-4702-AD75-7F3BD75F5A44}" dt="2026-05-23T07:40:55.669" v="263" actId="1076"/>
          <ac:spMkLst>
            <pc:docMk/>
            <pc:sldMk cId="0" sldId="256"/>
            <ac:spMk id="18" creationId="{00000000-0000-0000-0000-000000000000}"/>
          </ac:spMkLst>
        </pc:spChg>
        <pc:spChg chg="mod">
          <ac:chgData name="菖 堀本" userId="b36a4a50b9b54e10" providerId="LiveId" clId="{90068D22-3722-4702-AD75-7F3BD75F5A44}" dt="2026-05-23T07:40:55.669" v="263" actId="1076"/>
          <ac:spMkLst>
            <pc:docMk/>
            <pc:sldMk cId="0" sldId="256"/>
            <ac:spMk id="21" creationId="{00000000-0000-0000-0000-000000000000}"/>
          </ac:spMkLst>
        </pc:spChg>
        <pc:spChg chg="mod">
          <ac:chgData name="菖 堀本" userId="b36a4a50b9b54e10" providerId="LiveId" clId="{90068D22-3722-4702-AD75-7F3BD75F5A44}" dt="2026-05-23T07:40:55.669" v="263" actId="1076"/>
          <ac:spMkLst>
            <pc:docMk/>
            <pc:sldMk cId="0" sldId="256"/>
            <ac:spMk id="22" creationId="{00000000-0000-0000-0000-000000000000}"/>
          </ac:spMkLst>
        </pc:spChg>
        <pc:spChg chg="mod">
          <ac:chgData name="菖 堀本" userId="b36a4a50b9b54e10" providerId="LiveId" clId="{90068D22-3722-4702-AD75-7F3BD75F5A44}" dt="2026-05-23T07:40:55.669" v="263" actId="1076"/>
          <ac:spMkLst>
            <pc:docMk/>
            <pc:sldMk cId="0" sldId="256"/>
            <ac:spMk id="23" creationId="{00000000-0000-0000-0000-000000000000}"/>
          </ac:spMkLst>
        </pc:spChg>
        <pc:spChg chg="mod">
          <ac:chgData name="菖 堀本" userId="b36a4a50b9b54e10" providerId="LiveId" clId="{90068D22-3722-4702-AD75-7F3BD75F5A44}" dt="2026-05-23T07:40:55.669" v="263" actId="1076"/>
          <ac:spMkLst>
            <pc:docMk/>
            <pc:sldMk cId="0" sldId="256"/>
            <ac:spMk id="24" creationId="{00000000-0000-0000-0000-000000000000}"/>
          </ac:spMkLst>
        </pc:spChg>
        <pc:spChg chg="mod">
          <ac:chgData name="菖 堀本" userId="b36a4a50b9b54e10" providerId="LiveId" clId="{90068D22-3722-4702-AD75-7F3BD75F5A44}" dt="2026-05-23T07:40:50.949" v="262" actId="14100"/>
          <ac:spMkLst>
            <pc:docMk/>
            <pc:sldMk cId="0" sldId="256"/>
            <ac:spMk id="27" creationId="{00000000-0000-0000-0000-000000000000}"/>
          </ac:spMkLst>
        </pc:spChg>
        <pc:spChg chg="mod">
          <ac:chgData name="菖 堀本" userId="b36a4a50b9b54e10" providerId="LiveId" clId="{90068D22-3722-4702-AD75-7F3BD75F5A44}" dt="2026-05-23T07:40:50.949" v="262" actId="14100"/>
          <ac:spMkLst>
            <pc:docMk/>
            <pc:sldMk cId="0" sldId="256"/>
            <ac:spMk id="30" creationId="{00000000-0000-0000-0000-000000000000}"/>
          </ac:spMkLst>
        </pc:spChg>
        <pc:spChg chg="mod">
          <ac:chgData name="菖 堀本" userId="b36a4a50b9b54e10" providerId="LiveId" clId="{90068D22-3722-4702-AD75-7F3BD75F5A44}" dt="2026-05-23T07:40:50.949" v="262" actId="14100"/>
          <ac:spMkLst>
            <pc:docMk/>
            <pc:sldMk cId="0" sldId="256"/>
            <ac:spMk id="34" creationId="{00000000-0000-0000-0000-000000000000}"/>
          </ac:spMkLst>
        </pc:spChg>
        <pc:spChg chg="mod">
          <ac:chgData name="菖 堀本" userId="b36a4a50b9b54e10" providerId="LiveId" clId="{90068D22-3722-4702-AD75-7F3BD75F5A44}" dt="2026-05-23T07:40:55.669" v="263" actId="1076"/>
          <ac:spMkLst>
            <pc:docMk/>
            <pc:sldMk cId="0" sldId="256"/>
            <ac:spMk id="39" creationId="{00000000-0000-0000-0000-000000000000}"/>
          </ac:spMkLst>
        </pc:spChg>
        <pc:spChg chg="mod">
          <ac:chgData name="菖 堀本" userId="b36a4a50b9b54e10" providerId="LiveId" clId="{90068D22-3722-4702-AD75-7F3BD75F5A44}" dt="2026-05-23T07:40:50.949" v="262" actId="14100"/>
          <ac:spMkLst>
            <pc:docMk/>
            <pc:sldMk cId="0" sldId="256"/>
            <ac:spMk id="40" creationId="{00000000-0000-0000-0000-000000000000}"/>
          </ac:spMkLst>
        </pc:spChg>
        <pc:spChg chg="del">
          <ac:chgData name="菖 堀本" userId="b36a4a50b9b54e10" providerId="LiveId" clId="{90068D22-3722-4702-AD75-7F3BD75F5A44}" dt="2026-05-23T07:33:21.390" v="82" actId="478"/>
          <ac:spMkLst>
            <pc:docMk/>
            <pc:sldMk cId="0" sldId="256"/>
            <ac:spMk id="41" creationId="{00000000-0000-0000-0000-000000000000}"/>
          </ac:spMkLst>
        </pc:spChg>
        <pc:spChg chg="del">
          <ac:chgData name="菖 堀本" userId="b36a4a50b9b54e10" providerId="LiveId" clId="{90068D22-3722-4702-AD75-7F3BD75F5A44}" dt="2026-05-23T07:33:26.637" v="83" actId="478"/>
          <ac:spMkLst>
            <pc:docMk/>
            <pc:sldMk cId="0" sldId="256"/>
            <ac:spMk id="42" creationId="{00000000-0000-0000-0000-000000000000}"/>
          </ac:spMkLst>
        </pc:spChg>
        <pc:spChg chg="del">
          <ac:chgData name="菖 堀本" userId="b36a4a50b9b54e10" providerId="LiveId" clId="{90068D22-3722-4702-AD75-7F3BD75F5A44}" dt="2026-05-23T07:33:28.718" v="84" actId="478"/>
          <ac:spMkLst>
            <pc:docMk/>
            <pc:sldMk cId="0" sldId="256"/>
            <ac:spMk id="43" creationId="{00000000-0000-0000-0000-000000000000}"/>
          </ac:spMkLst>
        </pc:spChg>
        <pc:spChg chg="del">
          <ac:chgData name="菖 堀本" userId="b36a4a50b9b54e10" providerId="LiveId" clId="{90068D22-3722-4702-AD75-7F3BD75F5A44}" dt="2026-05-23T07:33:31.212" v="85" actId="478"/>
          <ac:spMkLst>
            <pc:docMk/>
            <pc:sldMk cId="0" sldId="256"/>
            <ac:spMk id="44" creationId="{00000000-0000-0000-0000-000000000000}"/>
          </ac:spMkLst>
        </pc:spChg>
        <pc:spChg chg="del">
          <ac:chgData name="菖 堀本" userId="b36a4a50b9b54e10" providerId="LiveId" clId="{90068D22-3722-4702-AD75-7F3BD75F5A44}" dt="2026-05-23T07:33:32.671" v="86" actId="478"/>
          <ac:spMkLst>
            <pc:docMk/>
            <pc:sldMk cId="0" sldId="256"/>
            <ac:spMk id="45" creationId="{00000000-0000-0000-0000-000000000000}"/>
          </ac:spMkLst>
        </pc:spChg>
        <pc:spChg chg="del">
          <ac:chgData name="菖 堀本" userId="b36a4a50b9b54e10" providerId="LiveId" clId="{90068D22-3722-4702-AD75-7F3BD75F5A44}" dt="2026-05-23T07:33:34.959" v="87" actId="478"/>
          <ac:spMkLst>
            <pc:docMk/>
            <pc:sldMk cId="0" sldId="256"/>
            <ac:spMk id="46" creationId="{00000000-0000-0000-0000-000000000000}"/>
          </ac:spMkLst>
        </pc:spChg>
        <pc:spChg chg="del">
          <ac:chgData name="菖 堀本" userId="b36a4a50b9b54e10" providerId="LiveId" clId="{90068D22-3722-4702-AD75-7F3BD75F5A44}" dt="2026-05-23T07:33:36.325" v="88" actId="478"/>
          <ac:spMkLst>
            <pc:docMk/>
            <pc:sldMk cId="0" sldId="256"/>
            <ac:spMk id="47" creationId="{00000000-0000-0000-0000-000000000000}"/>
          </ac:spMkLst>
        </pc:spChg>
        <pc:spChg chg="del">
          <ac:chgData name="菖 堀本" userId="b36a4a50b9b54e10" providerId="LiveId" clId="{90068D22-3722-4702-AD75-7F3BD75F5A44}" dt="2026-05-23T07:38:30.504" v="212" actId="478"/>
          <ac:spMkLst>
            <pc:docMk/>
            <pc:sldMk cId="0" sldId="256"/>
            <ac:spMk id="48" creationId="{00000000-0000-0000-0000-000000000000}"/>
          </ac:spMkLst>
        </pc:spChg>
        <pc:spChg chg="mod">
          <ac:chgData name="菖 堀本" userId="b36a4a50b9b54e10" providerId="LiveId" clId="{90068D22-3722-4702-AD75-7F3BD75F5A44}" dt="2026-05-23T07:38:21.435" v="210" actId="207"/>
          <ac:spMkLst>
            <pc:docMk/>
            <pc:sldMk cId="0" sldId="256"/>
            <ac:spMk id="49" creationId="{00000000-0000-0000-0000-000000000000}"/>
          </ac:spMkLst>
        </pc:spChg>
        <pc:spChg chg="mod">
          <ac:chgData name="菖 堀本" userId="b36a4a50b9b54e10" providerId="LiveId" clId="{90068D22-3722-4702-AD75-7F3BD75F5A44}" dt="2026-05-23T07:43:49.654" v="409" actId="1076"/>
          <ac:spMkLst>
            <pc:docMk/>
            <pc:sldMk cId="0" sldId="256"/>
            <ac:spMk id="53" creationId="{00000000-0000-0000-0000-000000000000}"/>
          </ac:spMkLst>
        </pc:spChg>
        <pc:spChg chg="mod">
          <ac:chgData name="菖 堀本" userId="b36a4a50b9b54e10" providerId="LiveId" clId="{90068D22-3722-4702-AD75-7F3BD75F5A44}" dt="2026-05-23T07:36:01.563" v="191" actId="20577"/>
          <ac:spMkLst>
            <pc:docMk/>
            <pc:sldMk cId="0" sldId="256"/>
            <ac:spMk id="54" creationId="{00000000-0000-0000-0000-000000000000}"/>
          </ac:spMkLst>
        </pc:spChg>
        <pc:spChg chg="mod">
          <ac:chgData name="菖 堀本" userId="b36a4a50b9b54e10" providerId="LiveId" clId="{90068D22-3722-4702-AD75-7F3BD75F5A44}" dt="2026-05-23T07:36:16.153" v="193" actId="403"/>
          <ac:spMkLst>
            <pc:docMk/>
            <pc:sldMk cId="0" sldId="256"/>
            <ac:spMk id="55" creationId="{00000000-0000-0000-0000-000000000000}"/>
          </ac:spMkLst>
        </pc:spChg>
        <pc:graphicFrameChg chg="add mod modGraphic">
          <ac:chgData name="菖 堀本" userId="b36a4a50b9b54e10" providerId="LiveId" clId="{90068D22-3722-4702-AD75-7F3BD75F5A44}" dt="2026-05-23T07:44:12.908" v="414" actId="12385"/>
          <ac:graphicFrameMkLst>
            <pc:docMk/>
            <pc:sldMk cId="0" sldId="256"/>
            <ac:graphicFrameMk id="60" creationId="{D4BC54DF-2CFA-E30C-AD88-A877511C4FED}"/>
          </ac:graphicFrameMkLst>
        </pc:graphicFrameChg>
        <pc:picChg chg="add mod">
          <ac:chgData name="菖 堀本" userId="b36a4a50b9b54e10" providerId="LiveId" clId="{90068D22-3722-4702-AD75-7F3BD75F5A44}" dt="2026-05-23T07:29:05.786" v="33" actId="1076"/>
          <ac:picMkLst>
            <pc:docMk/>
            <pc:sldMk cId="0" sldId="256"/>
            <ac:picMk id="57" creationId="{9A4032B3-067B-E665-1F1F-92F97E777511}"/>
          </ac:picMkLst>
        </pc:picChg>
        <pc:picChg chg="add mod modCrop">
          <ac:chgData name="菖 堀本" userId="b36a4a50b9b54e10" providerId="LiveId" clId="{90068D22-3722-4702-AD75-7F3BD75F5A44}" dt="2026-05-23T07:39:34.087" v="236" actId="1076"/>
          <ac:picMkLst>
            <pc:docMk/>
            <pc:sldMk cId="0" sldId="256"/>
            <ac:picMk id="59" creationId="{F72D81A6-31AF-970B-4569-B9185384408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685602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4"/>
          <p:cNvSpPr/>
          <p:nvPr/>
        </p:nvSpPr>
        <p:spPr>
          <a:xfrm>
            <a:off x="0" y="0"/>
            <a:ext cx="7562088" cy="1068933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274320" y="164592"/>
            <a:ext cx="7013448" cy="100584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 err="1">
                <a:solidFill>
                  <a:sysClr val="windowText" lastClr="00000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出張洗車</a:t>
            </a:r>
            <a:r>
              <a:rPr lang="ja-JP" altLang="en-US" sz="5400" b="1" dirty="0">
                <a:solidFill>
                  <a:sysClr val="windowText" lastClr="00000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やってます</a:t>
            </a:r>
            <a:r>
              <a:rPr lang="en-US" altLang="ja-JP" sz="5400" b="1" dirty="0">
                <a:solidFill>
                  <a:sysClr val="windowText" lastClr="00000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!</a:t>
            </a:r>
          </a:p>
        </p:txBody>
      </p:sp>
      <p:sp>
        <p:nvSpPr>
          <p:cNvPr id="5" name="Text 3"/>
          <p:cNvSpPr/>
          <p:nvPr/>
        </p:nvSpPr>
        <p:spPr>
          <a:xfrm>
            <a:off x="257515" y="1410114"/>
            <a:ext cx="7013448" cy="475488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dirty="0">
                <a:solidFill>
                  <a:sysClr val="windowText" lastClr="00000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ご自宅や会社でプロの洗車を！</a:t>
            </a:r>
            <a:endParaRPr lang="en-US" dirty="0">
              <a:solidFill>
                <a:sysClr val="windowText" lastClr="000000"/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274320" y="2058883"/>
            <a:ext cx="7013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1815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3つのコース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3108960" y="2552659"/>
            <a:ext cx="1344168" cy="0"/>
          </a:xfrm>
          <a:prstGeom prst="line">
            <a:avLst/>
          </a:prstGeom>
          <a:noFill/>
          <a:ln w="25400">
            <a:solidFill>
              <a:srgbClr val="A0782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Shape 7"/>
          <p:cNvSpPr/>
          <p:nvPr/>
        </p:nvSpPr>
        <p:spPr>
          <a:xfrm>
            <a:off x="256032" y="2698963"/>
            <a:ext cx="2148840" cy="3154680"/>
          </a:xfrm>
          <a:prstGeom prst="roundRect">
            <a:avLst>
              <a:gd name="adj" fmla="val 5106"/>
            </a:avLst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Text 8"/>
          <p:cNvSpPr/>
          <p:nvPr/>
        </p:nvSpPr>
        <p:spPr>
          <a:xfrm>
            <a:off x="256032" y="2881843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A1815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BASIC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256032" y="3339043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8888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2段階手洗い洗車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84632" y="3704803"/>
            <a:ext cx="169164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1"/>
          <p:cNvSpPr/>
          <p:nvPr/>
        </p:nvSpPr>
        <p:spPr>
          <a:xfrm>
            <a:off x="256032" y="3841963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A1815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¥2,900〜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256032" y="4326595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8888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（税込）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84632" y="4692355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55555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✓  外装洗車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4632" y="4984963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55555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✓  ホイール洗浄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4632" y="5277571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55555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✓  拭き上げ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642616" y="2534371"/>
            <a:ext cx="2148840" cy="3319272"/>
          </a:xfrm>
          <a:prstGeom prst="roundRect">
            <a:avLst>
              <a:gd name="adj" fmla="val 5106"/>
            </a:avLst>
          </a:prstGeom>
          <a:solidFill>
            <a:srgbClr val="A07828"/>
          </a:solidFill>
          <a:ln w="12700">
            <a:solidFill>
              <a:srgbClr val="A0782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9" name="Shape 17"/>
          <p:cNvSpPr/>
          <p:nvPr/>
        </p:nvSpPr>
        <p:spPr>
          <a:xfrm>
            <a:off x="3054096" y="2772115"/>
            <a:ext cx="1325880" cy="256032"/>
          </a:xfrm>
          <a:prstGeom prst="roundRect">
            <a:avLst>
              <a:gd name="adj" fmla="val 50000"/>
            </a:avLst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0" name="Text 18"/>
          <p:cNvSpPr/>
          <p:nvPr/>
        </p:nvSpPr>
        <p:spPr>
          <a:xfrm>
            <a:off x="3054096" y="2772115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1815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★ 人気 No.1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642616" y="3083011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PREMIER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2642616" y="3448771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EE8DC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洗車＋コーティング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871216" y="3768811"/>
            <a:ext cx="1691640" cy="0"/>
          </a:xfrm>
          <a:prstGeom prst="line">
            <a:avLst/>
          </a:prstGeom>
          <a:noFill/>
          <a:ln w="12700">
            <a:solidFill>
              <a:srgbClr val="C8903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4" name="Text 22"/>
          <p:cNvSpPr/>
          <p:nvPr/>
        </p:nvSpPr>
        <p:spPr>
          <a:xfrm>
            <a:off x="2642616" y="3841963"/>
            <a:ext cx="2148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¥4,900〜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2642616" y="4299163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EE8DC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（税込）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825496" y="4619203"/>
            <a:ext cx="1783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✓  外装洗車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825496" y="4893523"/>
            <a:ext cx="1783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✓  コーティング施工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825496" y="5167843"/>
            <a:ext cx="1783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✓  窓ガラス撥水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2825496" y="5442163"/>
            <a:ext cx="1783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✓  拭き上げ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029200" y="2698963"/>
            <a:ext cx="2148840" cy="3154680"/>
          </a:xfrm>
          <a:prstGeom prst="roundRect">
            <a:avLst>
              <a:gd name="adj" fmla="val 5106"/>
            </a:avLst>
          </a:prstGeom>
          <a:solidFill>
            <a:srgbClr val="1A1815"/>
          </a:solidFill>
          <a:ln w="25400">
            <a:solidFill>
              <a:srgbClr val="A0782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1" name="Text 29"/>
          <p:cNvSpPr/>
          <p:nvPr/>
        </p:nvSpPr>
        <p:spPr>
          <a:xfrm>
            <a:off x="5029200" y="2881843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A07828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SIGNATURE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5029200" y="3339043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8888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外装＋車内清掃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257800" y="3704803"/>
            <a:ext cx="1691640" cy="0"/>
          </a:xfrm>
          <a:prstGeom prst="line">
            <a:avLst/>
          </a:prstGeom>
          <a:noFill/>
          <a:ln w="12700">
            <a:solidFill>
              <a:srgbClr val="44444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4" name="Text 32"/>
          <p:cNvSpPr/>
          <p:nvPr/>
        </p:nvSpPr>
        <p:spPr>
          <a:xfrm>
            <a:off x="5029200" y="3841963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¥10,900〜</a:t>
            </a:r>
            <a:endParaRPr lang="en-US" sz="2400" dirty="0"/>
          </a:p>
        </p:txBody>
      </p:sp>
      <p:sp>
        <p:nvSpPr>
          <p:cNvPr id="35" name="Text 33"/>
          <p:cNvSpPr/>
          <p:nvPr/>
        </p:nvSpPr>
        <p:spPr>
          <a:xfrm>
            <a:off x="5029200" y="4326595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8888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（税込）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212080" y="4692355"/>
            <a:ext cx="1783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AAAAA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✓  外装フル洗車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212080" y="4966675"/>
            <a:ext cx="1783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AAAAA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✓  コーティング施工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212080" y="5240995"/>
            <a:ext cx="1783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AAAAA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✓  車内掃除機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212080" y="5515315"/>
            <a:ext cx="1783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AAAAA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✓  ダッシュボード清拭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256032" y="6009091"/>
            <a:ext cx="7050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88888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サイズ：S（軽・コンパクト） / </a:t>
            </a:r>
            <a:r>
              <a:rPr lang="en-US" sz="950" dirty="0" err="1">
                <a:solidFill>
                  <a:srgbClr val="888888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M（セダン</a:t>
            </a:r>
            <a:r>
              <a:rPr lang="en-US" sz="950" dirty="0">
                <a:solidFill>
                  <a:srgbClr val="888888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・</a:t>
            </a:r>
            <a:r>
              <a:rPr lang="ja-JP" altLang="en-US" sz="950" dirty="0">
                <a:solidFill>
                  <a:srgbClr val="888888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背の低い</a:t>
            </a:r>
            <a:r>
              <a:rPr lang="en-US" sz="950" dirty="0">
                <a:solidFill>
                  <a:srgbClr val="888888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SUV） / L（</a:t>
            </a:r>
            <a:r>
              <a:rPr lang="ja-JP" altLang="en-US" sz="950" dirty="0">
                <a:solidFill>
                  <a:srgbClr val="888888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背の高い</a:t>
            </a:r>
            <a:r>
              <a:rPr lang="en-US" altLang="ja-JP" sz="950" dirty="0">
                <a:solidFill>
                  <a:srgbClr val="888888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SUV</a:t>
            </a:r>
            <a:r>
              <a:rPr lang="ja-JP" altLang="en-US" sz="950" dirty="0">
                <a:solidFill>
                  <a:srgbClr val="888888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・</a:t>
            </a:r>
            <a:r>
              <a:rPr lang="en-US" sz="950" dirty="0" err="1">
                <a:solidFill>
                  <a:srgbClr val="888888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ミニバン</a:t>
            </a:r>
            <a:r>
              <a:rPr lang="ja-JP" altLang="en-US" sz="950" dirty="0">
                <a:solidFill>
                  <a:srgbClr val="888888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等</a:t>
            </a:r>
            <a:r>
              <a:rPr lang="en-US" sz="950" dirty="0">
                <a:solidFill>
                  <a:srgbClr val="888888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） / XL（大型）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274320" y="8211312"/>
            <a:ext cx="70134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 err="1">
                <a:solidFill>
                  <a:sysClr val="windowText" lastClr="00000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ご予約・お問合せはDM</a:t>
            </a:r>
            <a:r>
              <a:rPr lang="ja-JP" altLang="en-US" sz="2000" b="1" dirty="0">
                <a:solidFill>
                  <a:sysClr val="windowText" lastClr="00000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、</a:t>
            </a:r>
            <a:r>
              <a:rPr lang="en-US" sz="2000" b="1" dirty="0" err="1">
                <a:solidFill>
                  <a:sysClr val="windowText" lastClr="00000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LINEから</a:t>
            </a:r>
            <a:endParaRPr lang="en-US" sz="2000" dirty="0">
              <a:solidFill>
                <a:sysClr val="windowText" lastClr="000000"/>
              </a:solidFill>
            </a:endParaRPr>
          </a:p>
        </p:txBody>
      </p:sp>
      <p:sp>
        <p:nvSpPr>
          <p:cNvPr id="50" name="Shape 48"/>
          <p:cNvSpPr/>
          <p:nvPr/>
        </p:nvSpPr>
        <p:spPr>
          <a:xfrm>
            <a:off x="2871216" y="8778240"/>
            <a:ext cx="18288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1" name="Text 49"/>
          <p:cNvSpPr/>
          <p:nvPr/>
        </p:nvSpPr>
        <p:spPr>
          <a:xfrm>
            <a:off x="2871216" y="877824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888888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QRコード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274320" y="10680192"/>
            <a:ext cx="7013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A07828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https://line.me/ti/p/Df93XFlxUP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0" y="89281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dirty="0">
                <a:solidFill>
                  <a:sysClr val="windowText" lastClr="00000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  愛知・岐阜エリア対応</a:t>
            </a:r>
            <a:endParaRPr lang="en-US" dirty="0">
              <a:solidFill>
                <a:sysClr val="windowText" lastClr="000000"/>
              </a:solidFill>
            </a:endParaRPr>
          </a:p>
        </p:txBody>
      </p:sp>
      <p:sp>
        <p:nvSpPr>
          <p:cNvPr id="54" name="Text 52"/>
          <p:cNvSpPr/>
          <p:nvPr/>
        </p:nvSpPr>
        <p:spPr>
          <a:xfrm>
            <a:off x="274320" y="930859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888888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出張費：10km</a:t>
            </a:r>
            <a:r>
              <a:rPr lang="ja-JP" altLang="en-US" sz="1400" dirty="0">
                <a:solidFill>
                  <a:srgbClr val="888888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毎に</a:t>
            </a:r>
            <a:r>
              <a:rPr lang="en-US" sz="1400" dirty="0">
                <a:solidFill>
                  <a:srgbClr val="888888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100円</a:t>
            </a:r>
            <a:endParaRPr lang="en-US" sz="1400" dirty="0"/>
          </a:p>
        </p:txBody>
      </p:sp>
      <p:sp>
        <p:nvSpPr>
          <p:cNvPr id="55" name="Text 53"/>
          <p:cNvSpPr/>
          <p:nvPr/>
        </p:nvSpPr>
        <p:spPr>
          <a:xfrm>
            <a:off x="257515" y="973836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888888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（</a:t>
            </a:r>
            <a:r>
              <a:rPr lang="en-US" sz="1400" dirty="0" err="1">
                <a:solidFill>
                  <a:srgbClr val="888888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起点</a:t>
            </a:r>
            <a:r>
              <a:rPr lang="en-US" sz="1400" dirty="0">
                <a:solidFill>
                  <a:srgbClr val="888888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：</a:t>
            </a:r>
            <a:r>
              <a:rPr lang="ja-JP" altLang="en-US" sz="1400" dirty="0">
                <a:solidFill>
                  <a:srgbClr val="888888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名古屋市</a:t>
            </a:r>
            <a:r>
              <a:rPr lang="en-US" sz="1400" dirty="0" err="1">
                <a:solidFill>
                  <a:srgbClr val="888888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千種区</a:t>
            </a:r>
            <a:endParaRPr lang="en-US" sz="1400" dirty="0">
              <a:solidFill>
                <a:srgbClr val="888888"/>
              </a:solidFill>
              <a:latin typeface="メイリオ" pitchFamily="34" charset="0"/>
              <a:ea typeface="メイリオ" pitchFamily="34" charset="-122"/>
              <a:cs typeface="メイリオ" pitchFamily="34" charset="-120"/>
            </a:endParaRPr>
          </a:p>
          <a:p>
            <a:pPr marL="0" indent="0" algn="l">
              <a:buNone/>
            </a:pPr>
            <a:r>
              <a:rPr lang="ja-JP" altLang="en-US" sz="1400" dirty="0">
                <a:solidFill>
                  <a:srgbClr val="888888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３台以上申し込みで無料</a:t>
            </a:r>
            <a:r>
              <a:rPr lang="en-US" sz="1400" dirty="0">
                <a:solidFill>
                  <a:srgbClr val="888888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）</a:t>
            </a:r>
            <a:endParaRPr lang="en-US" sz="1400" dirty="0"/>
          </a:p>
        </p:txBody>
      </p:sp>
      <p:pic>
        <p:nvPicPr>
          <p:cNvPr id="57" name="図 56">
            <a:extLst>
              <a:ext uri="{FF2B5EF4-FFF2-40B4-BE49-F238E27FC236}">
                <a16:creationId xmlns:a16="http://schemas.microsoft.com/office/drawing/2014/main" id="{9A4032B3-067B-E665-1F1F-92F97E7775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66644" y="8732520"/>
            <a:ext cx="1883664" cy="1883664"/>
          </a:xfrm>
          <a:prstGeom prst="rect">
            <a:avLst/>
          </a:prstGeom>
        </p:spPr>
      </p:pic>
      <p:pic>
        <p:nvPicPr>
          <p:cNvPr id="59" name="図 58">
            <a:extLst>
              <a:ext uri="{FF2B5EF4-FFF2-40B4-BE49-F238E27FC236}">
                <a16:creationId xmlns:a16="http://schemas.microsoft.com/office/drawing/2014/main" id="{F72D81A6-31AF-970B-4569-B9185384408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3042" t="25237" r="23051" b="36437"/>
          <a:stretch>
            <a:fillRect/>
          </a:stretch>
        </p:blipFill>
        <p:spPr>
          <a:xfrm>
            <a:off x="320041" y="1202030"/>
            <a:ext cx="914399" cy="1125524"/>
          </a:xfrm>
          <a:prstGeom prst="rect">
            <a:avLst/>
          </a:prstGeom>
        </p:spPr>
      </p:pic>
      <p:graphicFrame>
        <p:nvGraphicFramePr>
          <p:cNvPr id="60" name="表 59">
            <a:extLst>
              <a:ext uri="{FF2B5EF4-FFF2-40B4-BE49-F238E27FC236}">
                <a16:creationId xmlns:a16="http://schemas.microsoft.com/office/drawing/2014/main" id="{D4BC54DF-2CFA-E30C-AD88-A877511C4F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4206625"/>
              </p:ext>
            </p:extLst>
          </p:nvPr>
        </p:nvGraphicFramePr>
        <p:xfrm>
          <a:off x="320040" y="6342380"/>
          <a:ext cx="6858000" cy="185420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3925504238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3438095933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3047881333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148560404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BASIC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PREMIER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SIGNATURE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34875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S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2,900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4,900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10,900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8137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M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3,900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6,900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12,900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48645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L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4,900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8,900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14,900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81232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XL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5,900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9,900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16,900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4445602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166</Words>
  <Application>Microsoft Office PowerPoint</Application>
  <PresentationFormat>ユーザー設定</PresentationFormat>
  <Paragraphs>55</Paragraphs>
  <Slides>1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5" baseType="lpstr">
      <vt:lpstr>メイリオ</vt:lpstr>
      <vt:lpstr>Arial</vt:lpstr>
      <vt:lpstr>Impact</vt:lpstr>
      <vt:lpstr>Office Theme</vt:lpstr>
      <vt:lpstr>PowerPoint プレゼンテーション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菖 堀本</cp:lastModifiedBy>
  <cp:revision>1</cp:revision>
  <dcterms:created xsi:type="dcterms:W3CDTF">2026-05-23T07:23:47Z</dcterms:created>
  <dcterms:modified xsi:type="dcterms:W3CDTF">2026-05-23T07:44:39Z</dcterms:modified>
</cp:coreProperties>
</file>