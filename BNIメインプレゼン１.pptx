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59" r:id="rId6"/>
    <p:sldId id="266" r:id="rId7"/>
    <p:sldId id="260" r:id="rId8"/>
    <p:sldId id="261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7FB12-54CD-44BC-9C8A-FDB94E56D62D}" v="23" dt="2026-06-03T03:02:02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 showGuides="1">
      <p:cViewPr>
        <p:scale>
          <a:sx n="85" d="100"/>
          <a:sy n="85" d="100"/>
        </p:scale>
        <p:origin x="90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菖 堀本" userId="b36a4a50b9b54e10" providerId="LiveId" clId="{90068D22-3722-4702-AD75-7F3BD75F5A44}"/>
    <pc:docChg chg="undo redo custSel addSld delSld modSld sldOrd modMainMaster">
      <pc:chgData name="菖 堀本" userId="b36a4a50b9b54e10" providerId="LiveId" clId="{90068D22-3722-4702-AD75-7F3BD75F5A44}" dt="2026-06-05T00:25:40.396" v="3611" actId="20577"/>
      <pc:docMkLst>
        <pc:docMk/>
      </pc:docMkLst>
      <pc:sldChg chg="addSp delSp modSp mod ord">
        <pc:chgData name="菖 堀本" userId="b36a4a50b9b54e10" providerId="LiveId" clId="{90068D22-3722-4702-AD75-7F3BD75F5A44}" dt="2026-06-05T00:24:47.131" v="3601" actId="20577"/>
        <pc:sldMkLst>
          <pc:docMk/>
          <pc:sldMk cId="2649999631" sldId="256"/>
        </pc:sldMkLst>
        <pc:spChg chg="mod">
          <ac:chgData name="菖 堀本" userId="b36a4a50b9b54e10" providerId="LiveId" clId="{90068D22-3722-4702-AD75-7F3BD75F5A44}" dt="2026-06-03T01:09:50.773" v="280" actId="1076"/>
          <ac:spMkLst>
            <pc:docMk/>
            <pc:sldMk cId="2649999631" sldId="256"/>
            <ac:spMk id="2" creationId="{D32EE548-CAC7-A7F8-71F0-9269E306D7A7}"/>
          </ac:spMkLst>
        </pc:spChg>
        <pc:spChg chg="mod">
          <ac:chgData name="菖 堀本" userId="b36a4a50b9b54e10" providerId="LiveId" clId="{90068D22-3722-4702-AD75-7F3BD75F5A44}" dt="2026-06-05T00:24:47.131" v="3601" actId="20577"/>
          <ac:spMkLst>
            <pc:docMk/>
            <pc:sldMk cId="2649999631" sldId="256"/>
            <ac:spMk id="6" creationId="{0D9636C7-245F-BF47-962D-7C7B85386336}"/>
          </ac:spMkLst>
        </pc:spChg>
        <pc:picChg chg="add mod ord">
          <ac:chgData name="菖 堀本" userId="b36a4a50b9b54e10" providerId="LiveId" clId="{90068D22-3722-4702-AD75-7F3BD75F5A44}" dt="2026-06-03T01:06:29.885" v="196" actId="167"/>
          <ac:picMkLst>
            <pc:docMk/>
            <pc:sldMk cId="2649999631" sldId="256"/>
            <ac:picMk id="8" creationId="{4AC1A4D5-7D2E-DF48-5CD6-D84CA761681D}"/>
          </ac:picMkLst>
        </pc:picChg>
      </pc:sldChg>
      <pc:sldChg chg="addSp delSp modSp mod ord setBg">
        <pc:chgData name="菖 堀本" userId="b36a4a50b9b54e10" providerId="LiveId" clId="{90068D22-3722-4702-AD75-7F3BD75F5A44}" dt="2026-06-05T00:24:41.898" v="3598" actId="20577"/>
        <pc:sldMkLst>
          <pc:docMk/>
          <pc:sldMk cId="873997120" sldId="257"/>
        </pc:sldMkLst>
        <pc:spChg chg="mod">
          <ac:chgData name="菖 堀本" userId="b36a4a50b9b54e10" providerId="LiveId" clId="{90068D22-3722-4702-AD75-7F3BD75F5A44}" dt="2026-06-03T01:23:01.653" v="753" actId="26606"/>
          <ac:spMkLst>
            <pc:docMk/>
            <pc:sldMk cId="873997120" sldId="257"/>
            <ac:spMk id="2" creationId="{319C8599-9132-4D20-9BC5-05270ACF006F}"/>
          </ac:spMkLst>
        </pc:spChg>
        <pc:spChg chg="mod">
          <ac:chgData name="菖 堀本" userId="b36a4a50b9b54e10" providerId="LiveId" clId="{90068D22-3722-4702-AD75-7F3BD75F5A44}" dt="2026-06-05T00:23:23.507" v="3550" actId="1076"/>
          <ac:spMkLst>
            <pc:docMk/>
            <pc:sldMk cId="873997120" sldId="257"/>
            <ac:spMk id="3" creationId="{474444D4-B265-F299-0E94-6743F3D48D80}"/>
          </ac:spMkLst>
        </pc:spChg>
        <pc:spChg chg="mod">
          <ac:chgData name="菖 堀本" userId="b36a4a50b9b54e10" providerId="LiveId" clId="{90068D22-3722-4702-AD75-7F3BD75F5A44}" dt="2026-06-03T01:23:01.653" v="753" actId="26606"/>
          <ac:spMkLst>
            <pc:docMk/>
            <pc:sldMk cId="873997120" sldId="257"/>
            <ac:spMk id="4" creationId="{BA0BE1F9-5898-CED0-0672-5D9BE4D44A64}"/>
          </ac:spMkLst>
        </pc:spChg>
        <pc:spChg chg="mod ord">
          <ac:chgData name="菖 堀本" userId="b36a4a50b9b54e10" providerId="LiveId" clId="{90068D22-3722-4702-AD75-7F3BD75F5A44}" dt="2026-06-05T00:24:41.898" v="3598" actId="20577"/>
          <ac:spMkLst>
            <pc:docMk/>
            <pc:sldMk cId="873997120" sldId="257"/>
            <ac:spMk id="6" creationId="{DE869528-C112-7452-1F7C-65DA7DB5C6A0}"/>
          </ac:spMkLst>
        </pc:spChg>
        <pc:picChg chg="add del mod ord modCrop">
          <ac:chgData name="菖 堀本" userId="b36a4a50b9b54e10" providerId="LiveId" clId="{90068D22-3722-4702-AD75-7F3BD75F5A44}" dt="2026-06-05T00:23:31.862" v="3553" actId="1076"/>
          <ac:picMkLst>
            <pc:docMk/>
            <pc:sldMk cId="873997120" sldId="257"/>
            <ac:picMk id="8" creationId="{0A9DFE8B-4376-F000-733E-EA870061370E}"/>
          </ac:picMkLst>
        </pc:picChg>
        <pc:picChg chg="add mod">
          <ac:chgData name="菖 堀本" userId="b36a4a50b9b54e10" providerId="LiveId" clId="{90068D22-3722-4702-AD75-7F3BD75F5A44}" dt="2026-06-05T00:23:34.669" v="3554" actId="1076"/>
          <ac:picMkLst>
            <pc:docMk/>
            <pc:sldMk cId="873997120" sldId="257"/>
            <ac:picMk id="12" creationId="{D5F28D1E-56E6-36A5-4363-24FF36807A82}"/>
          </ac:picMkLst>
        </pc:picChg>
      </pc:sldChg>
      <pc:sldChg chg="addSp delSp modSp mod">
        <pc:chgData name="菖 堀本" userId="b36a4a50b9b54e10" providerId="LiveId" clId="{90068D22-3722-4702-AD75-7F3BD75F5A44}" dt="2026-06-05T00:24:20.605" v="3586" actId="20577"/>
        <pc:sldMkLst>
          <pc:docMk/>
          <pc:sldMk cId="4059194298" sldId="258"/>
        </pc:sldMkLst>
        <pc:spChg chg="mod">
          <ac:chgData name="菖 堀本" userId="b36a4a50b9b54e10" providerId="LiveId" clId="{90068D22-3722-4702-AD75-7F3BD75F5A44}" dt="2026-06-03T01:11:52.600" v="467" actId="20577"/>
          <ac:spMkLst>
            <pc:docMk/>
            <pc:sldMk cId="4059194298" sldId="258"/>
            <ac:spMk id="2" creationId="{8A5E6E22-1C20-5406-3E4D-05BA672193B1}"/>
          </ac:spMkLst>
        </pc:spChg>
        <pc:spChg chg="mod">
          <ac:chgData name="菖 堀本" userId="b36a4a50b9b54e10" providerId="LiveId" clId="{90068D22-3722-4702-AD75-7F3BD75F5A44}" dt="2026-06-03T02:48:20.753" v="1348" actId="2710"/>
          <ac:spMkLst>
            <pc:docMk/>
            <pc:sldMk cId="4059194298" sldId="258"/>
            <ac:spMk id="3" creationId="{0AE8D765-BD26-5CE5-397C-52ED3EAD0AA1}"/>
          </ac:spMkLst>
        </pc:spChg>
        <pc:spChg chg="mod">
          <ac:chgData name="菖 堀本" userId="b36a4a50b9b54e10" providerId="LiveId" clId="{90068D22-3722-4702-AD75-7F3BD75F5A44}" dt="2026-06-05T00:24:20.605" v="3586" actId="20577"/>
          <ac:spMkLst>
            <pc:docMk/>
            <pc:sldMk cId="4059194298" sldId="258"/>
            <ac:spMk id="6" creationId="{7239BAB4-0D35-A426-2D70-C5700BABED1F}"/>
          </ac:spMkLst>
        </pc:spChg>
        <pc:spChg chg="add mod">
          <ac:chgData name="菖 堀本" userId="b36a4a50b9b54e10" providerId="LiveId" clId="{90068D22-3722-4702-AD75-7F3BD75F5A44}" dt="2026-06-03T02:49:23.996" v="1403" actId="1076"/>
          <ac:spMkLst>
            <pc:docMk/>
            <pc:sldMk cId="4059194298" sldId="258"/>
            <ac:spMk id="11" creationId="{1A516363-6742-CA15-1271-149061EA66F8}"/>
          </ac:spMkLst>
        </pc:spChg>
        <pc:spChg chg="add mod">
          <ac:chgData name="菖 堀本" userId="b36a4a50b9b54e10" providerId="LiveId" clId="{90068D22-3722-4702-AD75-7F3BD75F5A44}" dt="2026-06-03T02:50:05.366" v="1405" actId="207"/>
          <ac:spMkLst>
            <pc:docMk/>
            <pc:sldMk cId="4059194298" sldId="258"/>
            <ac:spMk id="12" creationId="{6A539C73-3DDF-5F73-31B3-BFF6B0F91F21}"/>
          </ac:spMkLst>
        </pc:spChg>
        <pc:picChg chg="add mod">
          <ac:chgData name="菖 堀本" userId="b36a4a50b9b54e10" providerId="LiveId" clId="{90068D22-3722-4702-AD75-7F3BD75F5A44}" dt="2026-06-03T02:49:28.908" v="1404" actId="1076"/>
          <ac:picMkLst>
            <pc:docMk/>
            <pc:sldMk cId="4059194298" sldId="258"/>
            <ac:picMk id="10" creationId="{E362F4F1-BA1C-F937-F143-52DAF7E128E8}"/>
          </ac:picMkLst>
        </pc:picChg>
      </pc:sldChg>
      <pc:sldChg chg="addSp delSp modSp mod">
        <pc:chgData name="菖 堀本" userId="b36a4a50b9b54e10" providerId="LiveId" clId="{90068D22-3722-4702-AD75-7F3BD75F5A44}" dt="2026-06-05T00:25:35.554" v="3608" actId="20577"/>
        <pc:sldMkLst>
          <pc:docMk/>
          <pc:sldMk cId="3053184739" sldId="259"/>
        </pc:sldMkLst>
        <pc:spChg chg="mod">
          <ac:chgData name="菖 堀本" userId="b36a4a50b9b54e10" providerId="LiveId" clId="{90068D22-3722-4702-AD75-7F3BD75F5A44}" dt="2026-06-05T00:25:35.554" v="3608" actId="20577"/>
          <ac:spMkLst>
            <pc:docMk/>
            <pc:sldMk cId="3053184739" sldId="259"/>
            <ac:spMk id="2" creationId="{72B977E6-5FDC-30E1-BAA7-204470915A77}"/>
          </ac:spMkLst>
        </pc:spChg>
        <pc:spChg chg="mod">
          <ac:chgData name="菖 堀本" userId="b36a4a50b9b54e10" providerId="LiveId" clId="{90068D22-3722-4702-AD75-7F3BD75F5A44}" dt="2026-06-03T03:01:00.522" v="2057" actId="20577"/>
          <ac:spMkLst>
            <pc:docMk/>
            <pc:sldMk cId="3053184739" sldId="259"/>
            <ac:spMk id="3" creationId="{0BF4D483-12EE-3559-563C-76916B9968FC}"/>
          </ac:spMkLst>
        </pc:spChg>
        <pc:spChg chg="mod">
          <ac:chgData name="菖 堀本" userId="b36a4a50b9b54e10" providerId="LiveId" clId="{90068D22-3722-4702-AD75-7F3BD75F5A44}" dt="2026-06-05T00:24:27.655" v="3592" actId="20577"/>
          <ac:spMkLst>
            <pc:docMk/>
            <pc:sldMk cId="3053184739" sldId="259"/>
            <ac:spMk id="6" creationId="{BF3A1935-4DAE-7440-6A50-BFAD5497D942}"/>
          </ac:spMkLst>
        </pc:spChg>
        <pc:spChg chg="add mod">
          <ac:chgData name="菖 堀本" userId="b36a4a50b9b54e10" providerId="LiveId" clId="{90068D22-3722-4702-AD75-7F3BD75F5A44}" dt="2026-06-03T03:00:52.837" v="2028" actId="1076"/>
          <ac:spMkLst>
            <pc:docMk/>
            <pc:sldMk cId="3053184739" sldId="259"/>
            <ac:spMk id="9" creationId="{531B5F87-1B0B-E3CE-2A71-DF848B44A281}"/>
          </ac:spMkLst>
        </pc:spChg>
        <pc:picChg chg="add del mod">
          <ac:chgData name="菖 堀本" userId="b36a4a50b9b54e10" providerId="LiveId" clId="{90068D22-3722-4702-AD75-7F3BD75F5A44}" dt="2026-06-05T00:18:46.181" v="3462" actId="21"/>
          <ac:picMkLst>
            <pc:docMk/>
            <pc:sldMk cId="3053184739" sldId="259"/>
            <ac:picMk id="7" creationId="{197DA9D3-F86A-A191-F3C0-B16BCA8A897B}"/>
          </ac:picMkLst>
        </pc:picChg>
      </pc:sldChg>
      <pc:sldChg chg="addSp delSp modSp mod">
        <pc:chgData name="菖 堀本" userId="b36a4a50b9b54e10" providerId="LiveId" clId="{90068D22-3722-4702-AD75-7F3BD75F5A44}" dt="2026-06-05T00:24:04.078" v="3571" actId="20577"/>
        <pc:sldMkLst>
          <pc:docMk/>
          <pc:sldMk cId="280112567" sldId="260"/>
        </pc:sldMkLst>
        <pc:spChg chg="mod">
          <ac:chgData name="菖 堀本" userId="b36a4a50b9b54e10" providerId="LiveId" clId="{90068D22-3722-4702-AD75-7F3BD75F5A44}" dt="2026-06-03T01:10:34.585" v="415" actId="20577"/>
          <ac:spMkLst>
            <pc:docMk/>
            <pc:sldMk cId="280112567" sldId="260"/>
            <ac:spMk id="2" creationId="{FA195CD6-CF6C-C77F-7DA6-526A89C7D0BD}"/>
          </ac:spMkLst>
        </pc:spChg>
        <pc:spChg chg="mod">
          <ac:chgData name="菖 堀本" userId="b36a4a50b9b54e10" providerId="LiveId" clId="{90068D22-3722-4702-AD75-7F3BD75F5A44}" dt="2026-06-05T00:02:55.920" v="2552" actId="115"/>
          <ac:spMkLst>
            <pc:docMk/>
            <pc:sldMk cId="280112567" sldId="260"/>
            <ac:spMk id="3" creationId="{BBCF63D4-9E2C-90C8-168A-81B0C8806A9D}"/>
          </ac:spMkLst>
        </pc:spChg>
        <pc:spChg chg="mod">
          <ac:chgData name="菖 堀本" userId="b36a4a50b9b54e10" providerId="LiveId" clId="{90068D22-3722-4702-AD75-7F3BD75F5A44}" dt="2026-06-05T00:24:04.078" v="3571" actId="20577"/>
          <ac:spMkLst>
            <pc:docMk/>
            <pc:sldMk cId="280112567" sldId="260"/>
            <ac:spMk id="6" creationId="{0345D7F2-8EEE-17A8-AE67-632FC489037F}"/>
          </ac:spMkLst>
        </pc:spChg>
        <pc:picChg chg="add del mod modCrop">
          <ac:chgData name="菖 堀本" userId="b36a4a50b9b54e10" providerId="LiveId" clId="{90068D22-3722-4702-AD75-7F3BD75F5A44}" dt="2026-06-05T00:18:37.346" v="3459" actId="21"/>
          <ac:picMkLst>
            <pc:docMk/>
            <pc:sldMk cId="280112567" sldId="260"/>
            <ac:picMk id="7" creationId="{C5850A04-93EE-2A59-F416-237CCE465328}"/>
          </ac:picMkLst>
        </pc:picChg>
        <pc:picChg chg="add mod">
          <ac:chgData name="菖 堀本" userId="b36a4a50b9b54e10" providerId="LiveId" clId="{90068D22-3722-4702-AD75-7F3BD75F5A44}" dt="2026-06-05T00:18:16.251" v="3458" actId="1076"/>
          <ac:picMkLst>
            <pc:docMk/>
            <pc:sldMk cId="280112567" sldId="260"/>
            <ac:picMk id="9" creationId="{E600FEA4-235B-8F54-B2FB-9A1AB24DA28F}"/>
          </ac:picMkLst>
        </pc:picChg>
      </pc:sldChg>
      <pc:sldChg chg="addSp delSp modSp mod">
        <pc:chgData name="菖 堀本" userId="b36a4a50b9b54e10" providerId="LiveId" clId="{90068D22-3722-4702-AD75-7F3BD75F5A44}" dt="2026-06-05T00:23:59.885" v="3568" actId="20577"/>
        <pc:sldMkLst>
          <pc:docMk/>
          <pc:sldMk cId="3285493363" sldId="261"/>
        </pc:sldMkLst>
        <pc:spChg chg="mod">
          <ac:chgData name="菖 堀本" userId="b36a4a50b9b54e10" providerId="LiveId" clId="{90068D22-3722-4702-AD75-7F3BD75F5A44}" dt="2026-06-03T01:12:17.205" v="486" actId="20577"/>
          <ac:spMkLst>
            <pc:docMk/>
            <pc:sldMk cId="3285493363" sldId="261"/>
            <ac:spMk id="2" creationId="{EEAD3A34-1EDF-45D4-E426-8B8A72D43B41}"/>
          </ac:spMkLst>
        </pc:spChg>
        <pc:spChg chg="mod">
          <ac:chgData name="菖 堀本" userId="b36a4a50b9b54e10" providerId="LiveId" clId="{90068D22-3722-4702-AD75-7F3BD75F5A44}" dt="2026-06-05T00:20:26.717" v="3520" actId="1076"/>
          <ac:spMkLst>
            <pc:docMk/>
            <pc:sldMk cId="3285493363" sldId="261"/>
            <ac:spMk id="3" creationId="{BB8E67BB-A82B-3C13-EBE3-19523162836C}"/>
          </ac:spMkLst>
        </pc:spChg>
        <pc:spChg chg="mod">
          <ac:chgData name="菖 堀本" userId="b36a4a50b9b54e10" providerId="LiveId" clId="{90068D22-3722-4702-AD75-7F3BD75F5A44}" dt="2026-06-05T00:23:59.885" v="3568" actId="20577"/>
          <ac:spMkLst>
            <pc:docMk/>
            <pc:sldMk cId="3285493363" sldId="261"/>
            <ac:spMk id="6" creationId="{851911FD-4C93-6F9E-699F-0DB7B1B29120}"/>
          </ac:spMkLst>
        </pc:spChg>
        <pc:picChg chg="add del mod">
          <ac:chgData name="菖 堀本" userId="b36a4a50b9b54e10" providerId="LiveId" clId="{90068D22-3722-4702-AD75-7F3BD75F5A44}" dt="2026-06-05T00:22:03.971" v="3521" actId="478"/>
          <ac:picMkLst>
            <pc:docMk/>
            <pc:sldMk cId="3285493363" sldId="261"/>
            <ac:picMk id="7" creationId="{9D8E29FA-4A2E-9AD0-BD4B-9AC23AF92935}"/>
          </ac:picMkLst>
        </pc:picChg>
      </pc:sldChg>
      <pc:sldChg chg="modSp mod">
        <pc:chgData name="菖 堀本" userId="b36a4a50b9b54e10" providerId="LiveId" clId="{90068D22-3722-4702-AD75-7F3BD75F5A44}" dt="2026-06-05T00:23:49.454" v="3560" actId="20577"/>
        <pc:sldMkLst>
          <pc:docMk/>
          <pc:sldMk cId="2742025928" sldId="262"/>
        </pc:sldMkLst>
        <pc:spChg chg="mod">
          <ac:chgData name="菖 堀本" userId="b36a4a50b9b54e10" providerId="LiveId" clId="{90068D22-3722-4702-AD75-7F3BD75F5A44}" dt="2026-06-05T00:10:53.746" v="2837" actId="20577"/>
          <ac:spMkLst>
            <pc:docMk/>
            <pc:sldMk cId="2742025928" sldId="262"/>
            <ac:spMk id="2" creationId="{89C9787D-9DB9-A0A1-5961-9A946F9D8FD2}"/>
          </ac:spMkLst>
        </pc:spChg>
        <pc:spChg chg="mod">
          <ac:chgData name="菖 堀本" userId="b36a4a50b9b54e10" providerId="LiveId" clId="{90068D22-3722-4702-AD75-7F3BD75F5A44}" dt="2026-06-05T00:15:17.464" v="3429" actId="1076"/>
          <ac:spMkLst>
            <pc:docMk/>
            <pc:sldMk cId="2742025928" sldId="262"/>
            <ac:spMk id="3" creationId="{05DF3791-FD7C-ECC4-782C-3E2E07211B09}"/>
          </ac:spMkLst>
        </pc:spChg>
        <pc:spChg chg="mod">
          <ac:chgData name="菖 堀本" userId="b36a4a50b9b54e10" providerId="LiveId" clId="{90068D22-3722-4702-AD75-7F3BD75F5A44}" dt="2026-06-05T00:23:49.454" v="3560" actId="20577"/>
          <ac:spMkLst>
            <pc:docMk/>
            <pc:sldMk cId="2742025928" sldId="262"/>
            <ac:spMk id="6" creationId="{1C2F8BEE-704B-2E37-3969-DBBBB3394CF0}"/>
          </ac:spMkLst>
        </pc:spChg>
      </pc:sldChg>
      <pc:sldChg chg="modSp mod">
        <pc:chgData name="菖 堀本" userId="b36a4a50b9b54e10" providerId="LiveId" clId="{90068D22-3722-4702-AD75-7F3BD75F5A44}" dt="2026-06-05T00:23:43.874" v="3557" actId="20577"/>
        <pc:sldMkLst>
          <pc:docMk/>
          <pc:sldMk cId="255852795" sldId="263"/>
        </pc:sldMkLst>
        <pc:spChg chg="mod">
          <ac:chgData name="菖 堀本" userId="b36a4a50b9b54e10" providerId="LiveId" clId="{90068D22-3722-4702-AD75-7F3BD75F5A44}" dt="2026-06-03T01:12:31.080" v="504" actId="20577"/>
          <ac:spMkLst>
            <pc:docMk/>
            <pc:sldMk cId="255852795" sldId="263"/>
            <ac:spMk id="2" creationId="{287ECC0F-D36B-4373-C71B-6D0D6FBF291D}"/>
          </ac:spMkLst>
        </pc:spChg>
        <pc:spChg chg="mod">
          <ac:chgData name="菖 堀本" userId="b36a4a50b9b54e10" providerId="LiveId" clId="{90068D22-3722-4702-AD75-7F3BD75F5A44}" dt="2026-06-05T00:16:09.097" v="3447" actId="115"/>
          <ac:spMkLst>
            <pc:docMk/>
            <pc:sldMk cId="255852795" sldId="263"/>
            <ac:spMk id="3" creationId="{FE49607B-09D1-D0AA-D7CE-366096354120}"/>
          </ac:spMkLst>
        </pc:spChg>
        <pc:spChg chg="mod">
          <ac:chgData name="菖 堀本" userId="b36a4a50b9b54e10" providerId="LiveId" clId="{90068D22-3722-4702-AD75-7F3BD75F5A44}" dt="2026-06-05T00:23:43.874" v="3557" actId="20577"/>
          <ac:spMkLst>
            <pc:docMk/>
            <pc:sldMk cId="255852795" sldId="263"/>
            <ac:spMk id="6" creationId="{F4EDCF90-650D-4B25-B27C-331537B9D61A}"/>
          </ac:spMkLst>
        </pc:spChg>
      </pc:sldChg>
      <pc:sldChg chg="modSp mod ord">
        <pc:chgData name="菖 堀本" userId="b36a4a50b9b54e10" providerId="LiveId" clId="{90068D22-3722-4702-AD75-7F3BD75F5A44}" dt="2026-06-05T00:23:54.590" v="3563" actId="20577"/>
        <pc:sldMkLst>
          <pc:docMk/>
          <pc:sldMk cId="113742888" sldId="264"/>
        </pc:sldMkLst>
        <pc:spChg chg="mod">
          <ac:chgData name="菖 堀本" userId="b36a4a50b9b54e10" providerId="LiveId" clId="{90068D22-3722-4702-AD75-7F3BD75F5A44}" dt="2026-06-03T01:13:00.057" v="542" actId="20577"/>
          <ac:spMkLst>
            <pc:docMk/>
            <pc:sldMk cId="113742888" sldId="264"/>
            <ac:spMk id="2" creationId="{13BDE838-17A6-2C77-0AC4-45A0CDE3AA83}"/>
          </ac:spMkLst>
        </pc:spChg>
        <pc:spChg chg="mod">
          <ac:chgData name="菖 堀本" userId="b36a4a50b9b54e10" providerId="LiveId" clId="{90068D22-3722-4702-AD75-7F3BD75F5A44}" dt="2026-06-05T00:10:30.408" v="2792" actId="1076"/>
          <ac:spMkLst>
            <pc:docMk/>
            <pc:sldMk cId="113742888" sldId="264"/>
            <ac:spMk id="3" creationId="{3CB1AF5E-7FFB-862D-AA8D-83385C26E82A}"/>
          </ac:spMkLst>
        </pc:spChg>
        <pc:spChg chg="mod">
          <ac:chgData name="菖 堀本" userId="b36a4a50b9b54e10" providerId="LiveId" clId="{90068D22-3722-4702-AD75-7F3BD75F5A44}" dt="2026-06-05T00:23:54.590" v="3563" actId="20577"/>
          <ac:spMkLst>
            <pc:docMk/>
            <pc:sldMk cId="113742888" sldId="264"/>
            <ac:spMk id="6" creationId="{5335EC6F-DD1D-C01E-A915-B136C387E0AA}"/>
          </ac:spMkLst>
        </pc:spChg>
      </pc:sldChg>
      <pc:sldChg chg="addSp delSp modSp mod ord modClrScheme chgLayout">
        <pc:chgData name="菖 堀本" userId="b36a4a50b9b54e10" providerId="LiveId" clId="{90068D22-3722-4702-AD75-7F3BD75F5A44}" dt="2026-06-05T00:24:37.420" v="3595" actId="20577"/>
        <pc:sldMkLst>
          <pc:docMk/>
          <pc:sldMk cId="3205795499" sldId="265"/>
        </pc:sldMkLst>
        <pc:spChg chg="mod ord">
          <ac:chgData name="菖 堀本" userId="b36a4a50b9b54e10" providerId="LiveId" clId="{90068D22-3722-4702-AD75-7F3BD75F5A44}" dt="2026-06-03T02:40:56.601" v="1082" actId="1076"/>
          <ac:spMkLst>
            <pc:docMk/>
            <pc:sldMk cId="3205795499" sldId="265"/>
            <ac:spMk id="2" creationId="{E307EA10-5A3F-BA6E-0A4A-60E0BDCEBF6F}"/>
          </ac:spMkLst>
        </pc:spChg>
        <pc:spChg chg="mod ord">
          <ac:chgData name="菖 堀本" userId="b36a4a50b9b54e10" providerId="LiveId" clId="{90068D22-3722-4702-AD75-7F3BD75F5A44}" dt="2026-06-03T02:39:24.857" v="1013" actId="12"/>
          <ac:spMkLst>
            <pc:docMk/>
            <pc:sldMk cId="3205795499" sldId="265"/>
            <ac:spMk id="3" creationId="{5419C1AB-FCA1-6A8A-3D0A-4649F9F3F3AB}"/>
          </ac:spMkLst>
        </pc:spChg>
        <pc:spChg chg="mod ord">
          <ac:chgData name="菖 堀本" userId="b36a4a50b9b54e10" providerId="LiveId" clId="{90068D22-3722-4702-AD75-7F3BD75F5A44}" dt="2026-06-03T02:36:07.633" v="928" actId="700"/>
          <ac:spMkLst>
            <pc:docMk/>
            <pc:sldMk cId="3205795499" sldId="265"/>
            <ac:spMk id="4" creationId="{8E28F89B-88BB-857C-6245-D7D469586C1A}"/>
          </ac:spMkLst>
        </pc:spChg>
        <pc:spChg chg="mod ord">
          <ac:chgData name="菖 堀本" userId="b36a4a50b9b54e10" providerId="LiveId" clId="{90068D22-3722-4702-AD75-7F3BD75F5A44}" dt="2026-06-05T00:24:37.420" v="3595" actId="20577"/>
          <ac:spMkLst>
            <pc:docMk/>
            <pc:sldMk cId="3205795499" sldId="265"/>
            <ac:spMk id="6" creationId="{A3E30314-CC38-04E3-37B0-58BBF2BB05EB}"/>
          </ac:spMkLst>
        </pc:spChg>
        <pc:spChg chg="add mod">
          <ac:chgData name="菖 堀本" userId="b36a4a50b9b54e10" providerId="LiveId" clId="{90068D22-3722-4702-AD75-7F3BD75F5A44}" dt="2026-06-03T02:41:55.213" v="1091" actId="1076"/>
          <ac:spMkLst>
            <pc:docMk/>
            <pc:sldMk cId="3205795499" sldId="265"/>
            <ac:spMk id="12" creationId="{D6D5BF7A-C811-9920-496B-9CB615208AE9}"/>
          </ac:spMkLst>
        </pc:spChg>
        <pc:picChg chg="add mod">
          <ac:chgData name="菖 堀本" userId="b36a4a50b9b54e10" providerId="LiveId" clId="{90068D22-3722-4702-AD75-7F3BD75F5A44}" dt="2026-06-03T02:41:51.625" v="1090" actId="14100"/>
          <ac:picMkLst>
            <pc:docMk/>
            <pc:sldMk cId="3205795499" sldId="265"/>
            <ac:picMk id="9" creationId="{53F232D9-35DA-EDE0-DF0F-A6F8B9D7308B}"/>
          </ac:picMkLst>
        </pc:picChg>
        <pc:picChg chg="add mod">
          <ac:chgData name="菖 堀本" userId="b36a4a50b9b54e10" providerId="LiveId" clId="{90068D22-3722-4702-AD75-7F3BD75F5A44}" dt="2026-06-03T02:41:43.839" v="1089" actId="1076"/>
          <ac:picMkLst>
            <pc:docMk/>
            <pc:sldMk cId="3205795499" sldId="265"/>
            <ac:picMk id="14" creationId="{96F3B986-B6E7-B919-E1A9-215B795AB2DA}"/>
          </ac:picMkLst>
        </pc:picChg>
      </pc:sldChg>
      <pc:sldChg chg="addSp delSp modSp new mod modClrScheme chgLayout">
        <pc:chgData name="菖 堀本" userId="b36a4a50b9b54e10" providerId="LiveId" clId="{90068D22-3722-4702-AD75-7F3BD75F5A44}" dt="2026-06-05T00:25:40.396" v="3611" actId="20577"/>
        <pc:sldMkLst>
          <pc:docMk/>
          <pc:sldMk cId="1658540640" sldId="266"/>
        </pc:sldMkLst>
        <pc:spChg chg="mod ord">
          <ac:chgData name="菖 堀本" userId="b36a4a50b9b54e10" providerId="LiveId" clId="{90068D22-3722-4702-AD75-7F3BD75F5A44}" dt="2026-06-05T00:25:40.396" v="3611" actId="20577"/>
          <ac:spMkLst>
            <pc:docMk/>
            <pc:sldMk cId="1658540640" sldId="266"/>
            <ac:spMk id="2" creationId="{66876A6E-249A-D540-9CE6-DE8B02E634EA}"/>
          </ac:spMkLst>
        </pc:spChg>
        <pc:spChg chg="mod ord">
          <ac:chgData name="菖 堀本" userId="b36a4a50b9b54e10" providerId="LiveId" clId="{90068D22-3722-4702-AD75-7F3BD75F5A44}" dt="2026-06-03T03:03:35.008" v="2205" actId="2710"/>
          <ac:spMkLst>
            <pc:docMk/>
            <pc:sldMk cId="1658540640" sldId="266"/>
            <ac:spMk id="3" creationId="{1EC9B909-6A77-7206-2E37-05B411442DAE}"/>
          </ac:spMkLst>
        </pc:spChg>
        <pc:spChg chg="mod ord">
          <ac:chgData name="菖 堀本" userId="b36a4a50b9b54e10" providerId="LiveId" clId="{90068D22-3722-4702-AD75-7F3BD75F5A44}" dt="2026-06-03T03:01:56.254" v="2100" actId="700"/>
          <ac:spMkLst>
            <pc:docMk/>
            <pc:sldMk cId="1658540640" sldId="266"/>
            <ac:spMk id="4" creationId="{433C5406-1F9F-DF94-29F7-E4AA8B64DC81}"/>
          </ac:spMkLst>
        </pc:spChg>
        <pc:spChg chg="mod ord">
          <ac:chgData name="菖 堀本" userId="b36a4a50b9b54e10" providerId="LiveId" clId="{90068D22-3722-4702-AD75-7F3BD75F5A44}" dt="2026-06-05T00:24:10.067" v="3574" actId="20577"/>
          <ac:spMkLst>
            <pc:docMk/>
            <pc:sldMk cId="1658540640" sldId="266"/>
            <ac:spMk id="5" creationId="{501DC2EC-A448-AE5D-0EC9-69EF9A6488A2}"/>
          </ac:spMkLst>
        </pc:spChg>
        <pc:spChg chg="add mod">
          <ac:chgData name="菖 堀本" userId="b36a4a50b9b54e10" providerId="LiveId" clId="{90068D22-3722-4702-AD75-7F3BD75F5A44}" dt="2026-06-03T03:02:24.283" v="2111" actId="1076"/>
          <ac:spMkLst>
            <pc:docMk/>
            <pc:sldMk cId="1658540640" sldId="266"/>
            <ac:spMk id="10" creationId="{BA57208D-C6B7-023D-6E39-A0D25CD2E12F}"/>
          </ac:spMkLst>
        </pc:spChg>
        <pc:spChg chg="add mod">
          <ac:chgData name="菖 堀本" userId="b36a4a50b9b54e10" providerId="LiveId" clId="{90068D22-3722-4702-AD75-7F3BD75F5A44}" dt="2026-06-03T03:03:29.723" v="2204" actId="1076"/>
          <ac:spMkLst>
            <pc:docMk/>
            <pc:sldMk cId="1658540640" sldId="266"/>
            <ac:spMk id="11" creationId="{C4366AEB-D7AE-1148-EB26-8A13DF28F7FF}"/>
          </ac:spMkLst>
        </pc:spChg>
      </pc:sldChg>
      <pc:sldMasterChg chg="modSp mod setBg modSldLayout">
        <pc:chgData name="菖 堀本" userId="b36a4a50b9b54e10" providerId="LiveId" clId="{90068D22-3722-4702-AD75-7F3BD75F5A44}" dt="2026-06-03T01:02:04.957" v="111" actId="20577"/>
        <pc:sldMasterMkLst>
          <pc:docMk/>
          <pc:sldMasterMk cId="2262256195" sldId="2147483648"/>
        </pc:sldMasterMkLst>
        <pc:spChg chg="mod">
          <ac:chgData name="菖 堀本" userId="b36a4a50b9b54e10" providerId="LiveId" clId="{90068D22-3722-4702-AD75-7F3BD75F5A44}" dt="2026-06-03T00:59:34.030" v="101" actId="1076"/>
          <ac:spMkLst>
            <pc:docMk/>
            <pc:sldMasterMk cId="2262256195" sldId="2147483648"/>
            <ac:spMk id="2" creationId="{7FA7C7C3-364E-CD9B-3CE7-FE39E789DD52}"/>
          </ac:spMkLst>
        </pc:spChg>
        <pc:spChg chg="mod">
          <ac:chgData name="菖 堀本" userId="b36a4a50b9b54e10" providerId="LiveId" clId="{90068D22-3722-4702-AD75-7F3BD75F5A44}" dt="2026-06-03T00:59:38.958" v="102" actId="14100"/>
          <ac:spMkLst>
            <pc:docMk/>
            <pc:sldMasterMk cId="2262256195" sldId="2147483648"/>
            <ac:spMk id="3" creationId="{18D121C6-039A-05BA-9284-3E3DC2D08919}"/>
          </ac:spMkLst>
        </pc:spChg>
        <pc:spChg chg="mod">
          <ac:chgData name="菖 堀本" userId="b36a4a50b9b54e10" providerId="LiveId" clId="{90068D22-3722-4702-AD75-7F3BD75F5A44}" dt="2026-06-03T00:58:53.140" v="89" actId="1076"/>
          <ac:spMkLst>
            <pc:docMk/>
            <pc:sldMasterMk cId="2262256195" sldId="2147483648"/>
            <ac:spMk id="4" creationId="{F44CB201-9CAF-24A1-753B-2B2CB4EE35F8}"/>
          </ac:spMkLst>
        </pc:spChg>
        <pc:spChg chg="mod">
          <ac:chgData name="菖 堀本" userId="b36a4a50b9b54e10" providerId="LiveId" clId="{90068D22-3722-4702-AD75-7F3BD75F5A44}" dt="2026-06-03T01:02:04.957" v="111" actId="20577"/>
          <ac:spMkLst>
            <pc:docMk/>
            <pc:sldMasterMk cId="2262256195" sldId="2147483648"/>
            <ac:spMk id="6" creationId="{3A0A0BD1-97B6-DD2B-1352-F3112C73DA10}"/>
          </ac:spMkLst>
        </pc:spChg>
        <pc:sldLayoutChg chg="modSp mod">
          <pc:chgData name="菖 堀本" userId="b36a4a50b9b54e10" providerId="LiveId" clId="{90068D22-3722-4702-AD75-7F3BD75F5A44}" dt="2026-06-03T01:02:00.592" v="108" actId="20577"/>
          <pc:sldLayoutMkLst>
            <pc:docMk/>
            <pc:sldMasterMk cId="2262256195" sldId="2147483648"/>
            <pc:sldLayoutMk cId="1595427502" sldId="2147483649"/>
          </pc:sldLayoutMkLst>
          <pc:spChg chg="mod">
            <ac:chgData name="菖 堀本" userId="b36a4a50b9b54e10" providerId="LiveId" clId="{90068D22-3722-4702-AD75-7F3BD75F5A44}" dt="2026-06-03T01:02:00.592" v="108" actId="20577"/>
            <ac:spMkLst>
              <pc:docMk/>
              <pc:sldMasterMk cId="2262256195" sldId="2147483648"/>
              <pc:sldLayoutMk cId="1595427502" sldId="2147483649"/>
              <ac:spMk id="6" creationId="{CE106EB0-3E24-7201-7790-85D53D0C889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97CE6-1CB9-4412-AAAE-9D35D75EB85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73EE1-0B68-46E7-B62B-7E195256B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37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3EE1-0B68-46E7-B62B-7E195256B22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42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C07EE5-1116-F1E2-A389-807EB1A96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8309F7-2F22-15BC-CD64-DB06E9116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0B7A2C-FA45-8A46-ABF8-A26CD300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9C831-A761-48BB-8DE5-8C259517A52A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DD9CA-3B9B-693F-3825-4AB983F9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106EB0-3E24-7201-7790-85D53D0C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542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8078F9-F763-E466-0035-94235CA4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09CD19-5A6F-A32D-0204-C2D9B20BD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72061A-964B-A24A-164B-F9F06B0C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E101-32B6-48AB-8179-2CD440937ADA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B908A-60B5-8480-A5E6-218AD144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3F6A6D-7B3D-3CD8-D580-ACA0DB45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3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6800C-EB3F-4F73-85C6-8806ABAC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68B7CA-AD2B-E33E-9183-16E8FF95B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17AC6D-3805-59F0-6072-B2B7EDE5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B1B5-EDF7-4E94-8284-3E2E1C8659C1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C1E7E-73DF-809F-69A8-721C90A5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632EF3-C375-74B9-5096-8E9F9B3B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31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95507-5DA2-0531-C701-A906FD86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87A9B9-5738-28B1-2EDD-2E32ECED4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7595EC-67B5-2537-8DC2-F60637E3F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A11F22-3CC1-67E3-1E79-45FFC376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13579-76B9-402F-8992-AF77AB39887F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F98170-49E6-3B45-9E07-CA4C1DFC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4F56F6-3C40-A74B-5964-6CAF13D8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58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1F49C7-347D-94FF-F1C5-21E9A1AC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723A03-7BD0-A3D9-A070-6B0E00A69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C973D7-7417-6674-A08B-A3BC7CABD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6669F1-F80A-D8E2-385C-7E1953F8B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094B90-7AC5-1BC2-B650-C1A040063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77675A5-7701-EF54-A24C-8CA700B27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F4C0-5C48-447F-AC85-A1B493B2BE6B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947855-A5FD-717B-C63E-19F6E439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6C8DD7-84F8-CD08-EBB0-6EE81792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05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98F98-EFB1-1B52-BE82-BA05D253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C10337-F75E-C316-8F01-3F310ADB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9F6B-BCD1-45BF-89C3-B642CC0D6EC2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89072D-F629-CAD7-1034-EF01006AB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4614CD-A542-22C3-9107-9DF685E9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06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D847181-BF1A-D0C4-A577-6F1C1A21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8A02-11ED-48ED-A283-AA270B1FC852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BA24CC0-67D4-FA6D-05F4-E4795FE6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E04A91-52DA-C9EB-EC1F-BE0E0227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335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C13D3-4547-BCDB-7803-B9BF00D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459C5F-5010-B82A-26BA-B59ED4213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5F6DCB-0BF4-4646-B231-42962CB92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21E493-180F-7BAA-55E7-41AEC739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B7C9-7C73-4E88-836E-E34EDA770F39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EF5A19-F945-B016-9110-25232529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570AAB-E4C9-3DFA-14F3-D4DE147C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1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879BC-1D5D-AE50-0B79-9F7A536DB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3B76B5-3AA8-0186-BC00-BA3B745FB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93CABB-51AB-C5E9-C95C-5C345D203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72158A-BEA7-D680-AFA1-C8D26647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FCA05-40A0-448F-8139-D8300164C971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8076BC-3C85-4D41-CF9D-89051853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72672F-D263-4478-7F8C-02AE8F12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865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C04A2-C610-4C4A-E669-86FB41D1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A471B0-54DB-36E6-F10F-C825752B8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6E796B-392C-8324-432A-211F84A6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9C7D-DAAB-4765-A4BA-A461A2557413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DECA44-0AB4-61C8-A198-2376F1FF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D402F6-8589-D325-9D39-293E4B9E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32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29CDCB2-ABFD-E3B6-ED7E-3E92F58D4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D52F65-1503-D950-7741-BBF1B493D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1738F2-8528-9D30-C420-14AC87120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DE8CA-07C0-459C-A288-81286A1EA7C5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586494-B3A7-1834-76E0-76325617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63A35D-037F-97B0-EB08-CBDF2D40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13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A7C7C3-364E-CD9B-3CE7-FE39E789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3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D121C6-039A-05BA-9284-3E3DC2D0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42503"/>
            <a:ext cx="10515600" cy="393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4CB201-9CAF-24A1-753B-2B2CB4EE3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5103" y="3127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75E67137-4772-423C-8D1B-3CEEB41E44C8}" type="datetime1">
              <a:rPr lang="ja-JP" altLang="en-US" smtClean="0"/>
              <a:t>2026/6/5</a:t>
            </a:fld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A1045E-0722-983C-2E33-E36A1FD7D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0A0BD1-97B6-DD2B-1352-F3112C73D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7909" y="3213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FB9B9983-9F63-4C0C-A461-F3EDEAEC82EB}" type="slidenum">
              <a:rPr lang="ja-JP" altLang="en-US" smtClean="0"/>
              <a:pPr/>
              <a:t>‹#›</a:t>
            </a:fld>
            <a:r>
              <a:rPr lang="en-US" altLang="ja-JP" dirty="0"/>
              <a:t>/10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6225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000" b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4AC1A4D5-7D2E-DF48-5CD6-D84CA7616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339" y="0"/>
            <a:ext cx="5144661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32EE548-CAC7-A7F8-71F0-9269E306D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820" y="194139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8800" dirty="0"/>
              <a:t>“出張洗車”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9D83C6-C1EF-3A4C-C9E3-458FF00F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C5BE-A735-4D2F-9CDC-ACCF2F83C852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9636C7-245F-BF47-962D-7C7B8538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1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999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0A9DFE8B-4376-F000-733E-EA8700613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8603" r="59" b="17826"/>
          <a:stretch>
            <a:fillRect/>
          </a:stretch>
        </p:blipFill>
        <p:spPr>
          <a:xfrm>
            <a:off x="9247909" y="134636"/>
            <a:ext cx="2394150" cy="329436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19C8599-9132-4D20-9BC5-05270ACF0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プロフィール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4444D4-B265-F299-0E94-6743F3D4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31" y="2233874"/>
            <a:ext cx="10515600" cy="39344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ja-JP" altLang="en-US" dirty="0"/>
              <a:t>名古屋工業大学　学部</a:t>
            </a:r>
            <a:r>
              <a:rPr kumimoji="1" lang="en-US" altLang="ja-JP" dirty="0"/>
              <a:t>4</a:t>
            </a:r>
            <a:r>
              <a:rPr kumimoji="1" lang="ja-JP" altLang="en-US" dirty="0"/>
              <a:t>年生</a:t>
            </a:r>
            <a:endParaRPr kumimoji="1"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ja-JP" altLang="en-US" dirty="0"/>
              <a:t>２１歳</a:t>
            </a:r>
            <a:endParaRPr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ja-JP" altLang="en-US" dirty="0"/>
              <a:t>好きな食べ物：果物、ヨーグルト</a:t>
            </a:r>
            <a:endParaRPr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ja-JP" altLang="en-US" dirty="0"/>
              <a:t>趣味：洗車、ピアノ</a:t>
            </a:r>
            <a:endParaRPr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0BE1F9-5898-CED0-0672-5D9BE4D4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2082-9E0F-4C66-9D5B-A28BADBF9DE6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869528-C112-7452-1F7C-65DA7DB5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2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5F28D1E-56E6-36A5-4363-24FF36807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909" y="3615702"/>
            <a:ext cx="2389077" cy="31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9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7EA10-5A3F-BA6E-0A4A-60E0BDCE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生い立ち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19C1AB-FCA1-6A8A-3D0A-4649F9F3F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201" y="2165389"/>
            <a:ext cx="5447599" cy="401157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ja-JP" altLang="en-US" sz="2800" dirty="0"/>
              <a:t>愛知県豊川市出身</a:t>
            </a:r>
            <a:endParaRPr kumimoji="1" lang="en-US" altLang="ja-JP" sz="28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ja-JP" altLang="en-US" sz="2800" dirty="0"/>
              <a:t>愛知県立国府（こう）高等学校</a:t>
            </a:r>
            <a:endParaRPr lang="en-US" altLang="ja-JP" sz="28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ja-JP" altLang="en-US" sz="2800" dirty="0"/>
              <a:t>名古屋工業大学　学部４年生　生命応用化学科</a:t>
            </a:r>
            <a:endParaRPr lang="en-US" altLang="ja-JP" sz="28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ja-JP" sz="28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kumimoji="1" lang="ja-JP" altLang="en-US" sz="28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28F89B-88BB-857C-6245-D7D46958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5FF2-AE88-44CF-98F3-2D4A067A80B3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E30314-CC38-04E3-37B0-58BBF2BB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3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3F232D9-35DA-EDE0-DF0F-A6F8B9D73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879" y="1286519"/>
            <a:ext cx="2142482" cy="2142482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6D5BF7A-C811-9920-496B-9CB615208AE9}"/>
              </a:ext>
            </a:extLst>
          </p:cNvPr>
          <p:cNvSpPr/>
          <p:nvPr/>
        </p:nvSpPr>
        <p:spPr>
          <a:xfrm>
            <a:off x="6961243" y="3292704"/>
            <a:ext cx="5032147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ごく平凡な人生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6F3B986-B6E7-B919-E1A9-215B795AB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706" y="5057541"/>
            <a:ext cx="2068094" cy="180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9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E6E22-1C20-5406-3E4D-05BA6721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起業までの道のり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E8D765-BD26-5CE5-397C-52ED3EAD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13" y="2351498"/>
            <a:ext cx="10515600" cy="3226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kumimoji="1" lang="ja-JP" altLang="en-US" dirty="0"/>
              <a:t>豊川→名古屋　の通学電車</a:t>
            </a:r>
            <a:endParaRPr kumimoji="1" lang="en-US" altLang="ja-JP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dirty="0"/>
              <a:t>	</a:t>
            </a:r>
            <a:r>
              <a:rPr lang="ja-JP" altLang="en-US" dirty="0"/>
              <a:t>サラリーマンの顔が楽しそうじゃない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389A56-5FED-909E-3FBE-A11EA40A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F27D4-133F-4786-92C5-83689F49ADC4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39BAB4-0D35-A426-2D70-C5700BAB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4</a:t>
            </a:fld>
            <a:r>
              <a:rPr lang="en-US" altLang="ja-JP" dirty="0"/>
              <a:t>/11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362F4F1-BA1C-F937-F143-52DAF7E1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785" y="495271"/>
            <a:ext cx="1759063" cy="2858479"/>
          </a:xfrm>
          <a:prstGeom prst="rect">
            <a:avLst/>
          </a:prstGeom>
        </p:spPr>
      </p:pic>
      <p:sp>
        <p:nvSpPr>
          <p:cNvPr id="11" name="矢印: 下 10">
            <a:extLst>
              <a:ext uri="{FF2B5EF4-FFF2-40B4-BE49-F238E27FC236}">
                <a16:creationId xmlns:a16="http://schemas.microsoft.com/office/drawing/2014/main" id="{1A516363-6742-CA15-1271-149061EA66F8}"/>
              </a:ext>
            </a:extLst>
          </p:cNvPr>
          <p:cNvSpPr/>
          <p:nvPr/>
        </p:nvSpPr>
        <p:spPr>
          <a:xfrm>
            <a:off x="5244243" y="4386876"/>
            <a:ext cx="1703514" cy="97058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A539C73-3DDF-5F73-31B3-BFF6B0F91F21}"/>
              </a:ext>
            </a:extLst>
          </p:cNvPr>
          <p:cNvSpPr/>
          <p:nvPr/>
        </p:nvSpPr>
        <p:spPr>
          <a:xfrm>
            <a:off x="808382" y="5621961"/>
            <a:ext cx="98796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４０年</a:t>
            </a:r>
            <a:r>
              <a:rPr lang="ja-JP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働くのにこれでいいのか</a:t>
            </a:r>
          </a:p>
        </p:txBody>
      </p:sp>
    </p:spTree>
    <p:extLst>
      <p:ext uri="{BB962C8B-B14F-4D97-AF65-F5344CB8AC3E}">
        <p14:creationId xmlns:p14="http://schemas.microsoft.com/office/powerpoint/2010/main" val="405919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977E6-5FDC-30E1-BAA7-20447091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なぜ“</a:t>
            </a:r>
            <a:r>
              <a:rPr kumimoji="1" lang="ja-JP" altLang="en-US" dirty="0">
                <a:solidFill>
                  <a:srgbClr val="FF0000"/>
                </a:solidFill>
              </a:rPr>
              <a:t>出張洗車</a:t>
            </a:r>
            <a:r>
              <a:rPr kumimoji="1" lang="ja-JP" altLang="en-US" dirty="0"/>
              <a:t>”なのか</a:t>
            </a:r>
            <a:r>
              <a:rPr lang="ja-JP" altLang="en-US" dirty="0"/>
              <a:t>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F4D483-12EE-3559-563C-76916B996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2503"/>
            <a:ext cx="10515600" cy="33504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ja-JP" altLang="en-US" u="sng" dirty="0"/>
              <a:t>お金がない</a:t>
            </a:r>
            <a:endParaRPr lang="en-US" altLang="ja-JP" u="sng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ja-JP" altLang="en-US" u="sng" dirty="0"/>
              <a:t>突出した能力がない</a:t>
            </a:r>
            <a:endParaRPr lang="en-US" altLang="ja-JP" u="sng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ja-JP" altLang="en-US" u="sng" dirty="0"/>
              <a:t>人の笑顔を見るのが好き</a:t>
            </a:r>
            <a:endParaRPr lang="en-US" altLang="ja-JP" u="sng" dirty="0"/>
          </a:p>
          <a:p>
            <a:pPr marL="0" indent="0">
              <a:lnSpc>
                <a:spcPct val="150000"/>
              </a:lnSpc>
              <a:buNone/>
            </a:pPr>
            <a:endParaRPr lang="en-US" altLang="ja-JP" u="sng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D2754F-5DCC-0CFD-B917-59D0B090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5D0F-5031-46FA-A69C-40B1A03FE249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A1935-4DAE-7440-6A50-BFAD549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5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31B5F87-1B0B-E3CE-2A71-DF848B44A281}"/>
              </a:ext>
            </a:extLst>
          </p:cNvPr>
          <p:cNvSpPr/>
          <p:nvPr/>
        </p:nvSpPr>
        <p:spPr>
          <a:xfrm>
            <a:off x="2541180" y="5621961"/>
            <a:ext cx="7109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自分に何ができるのか</a:t>
            </a:r>
          </a:p>
        </p:txBody>
      </p:sp>
    </p:spTree>
    <p:extLst>
      <p:ext uri="{BB962C8B-B14F-4D97-AF65-F5344CB8AC3E}">
        <p14:creationId xmlns:p14="http://schemas.microsoft.com/office/powerpoint/2010/main" val="305318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76A6E-249A-D540-9CE6-DE8B02E6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なぜ“</a:t>
            </a:r>
            <a:r>
              <a:rPr kumimoji="1" lang="ja-JP" altLang="en-US" dirty="0">
                <a:solidFill>
                  <a:srgbClr val="FF0000"/>
                </a:solidFill>
              </a:rPr>
              <a:t>出張洗車</a:t>
            </a:r>
            <a:r>
              <a:rPr kumimoji="1" lang="ja-JP" altLang="en-US" dirty="0"/>
              <a:t>”な</a:t>
            </a:r>
            <a:r>
              <a:rPr kumimoji="1" lang="ja-JP" altLang="en-US"/>
              <a:t>のか②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C9B909-6A77-7206-2E37-05B411442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7" y="2242503"/>
            <a:ext cx="11634757" cy="39344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ja-JP" altLang="en-US" dirty="0"/>
              <a:t>周りの人の車を洗う　　　みんな喜んでくれる</a:t>
            </a:r>
            <a:endParaRPr lang="en-US" altLang="ja-JP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ja-JP" altLang="en-US" dirty="0"/>
              <a:t>めんどくさい思考の増加（ウーバーなど）</a:t>
            </a:r>
            <a:endParaRPr lang="en-US" altLang="ja-JP" dirty="0"/>
          </a:p>
          <a:p>
            <a:pPr marL="0" indent="0">
              <a:lnSpc>
                <a:spcPct val="200000"/>
              </a:lnSpc>
              <a:buNone/>
            </a:pPr>
            <a:endParaRPr lang="en-US" altLang="ja-JP" dirty="0"/>
          </a:p>
          <a:p>
            <a:pPr marL="0" indent="0">
              <a:lnSpc>
                <a:spcPct val="200000"/>
              </a:lnSpc>
              <a:buNone/>
            </a:pPr>
            <a:endParaRPr lang="en-US" altLang="ja-JP" dirty="0"/>
          </a:p>
          <a:p>
            <a:pPr marL="0" indent="0">
              <a:lnSpc>
                <a:spcPct val="200000"/>
              </a:lnSpc>
              <a:buNone/>
            </a:pP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3C5406-1F9F-DF94-29F7-E4AA8B64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E101-32B6-48AB-8179-2CD440937ADA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1DC2EC-A448-AE5D-0EC9-69EF9A64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6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BA57208D-C6B7-023D-6E39-A0D25CD2E12F}"/>
              </a:ext>
            </a:extLst>
          </p:cNvPr>
          <p:cNvSpPr/>
          <p:nvPr/>
        </p:nvSpPr>
        <p:spPr>
          <a:xfrm rot="16200000">
            <a:off x="5768849" y="2232360"/>
            <a:ext cx="880741" cy="108491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4366AEB-D7AE-1148-EB26-8A13DF28F7FF}"/>
              </a:ext>
            </a:extLst>
          </p:cNvPr>
          <p:cNvSpPr/>
          <p:nvPr/>
        </p:nvSpPr>
        <p:spPr>
          <a:xfrm>
            <a:off x="2804440" y="5489792"/>
            <a:ext cx="57246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これならできる！</a:t>
            </a:r>
          </a:p>
        </p:txBody>
      </p:sp>
    </p:spTree>
    <p:extLst>
      <p:ext uri="{BB962C8B-B14F-4D97-AF65-F5344CB8AC3E}">
        <p14:creationId xmlns:p14="http://schemas.microsoft.com/office/powerpoint/2010/main" val="165854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95CD6-CF6C-C77F-7DA6-526A89C7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事業の特徴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CF63D4-9E2C-90C8-168A-81B0C8806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6896"/>
            <a:ext cx="10515600" cy="39344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ja-JP" altLang="en-US" dirty="0"/>
              <a:t>お客様のご自宅、職場などにお伺いし洗車</a:t>
            </a:r>
            <a:br>
              <a:rPr kumimoji="1" lang="en-US" altLang="ja-JP" dirty="0"/>
            </a:br>
            <a:r>
              <a:rPr kumimoji="1" lang="en-US" altLang="ja-JP" dirty="0"/>
              <a:t>	</a:t>
            </a:r>
            <a:r>
              <a:rPr kumimoji="1" lang="ja-JP" altLang="en-US" dirty="0"/>
              <a:t>→お客様の</a:t>
            </a:r>
            <a:r>
              <a:rPr kumimoji="1" lang="ja-JP" altLang="en-US" u="sng" dirty="0"/>
              <a:t>手を煩わせない</a:t>
            </a:r>
            <a:endParaRPr kumimoji="1" lang="en-US" altLang="ja-JP" u="sng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ja-JP" altLang="en-US" dirty="0"/>
              <a:t>車屋などの展示車両の清掃、美観維持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 dirty="0"/>
              <a:t>→ほかの業務に集中できる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D9B97C-2703-3795-0BD6-2CFC56CF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6FF3-8FB0-4B36-AFFC-92C93219CA33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45D7F2-8EEE-17A8-AE67-632FC489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7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00FEA4-235B-8F54-B2FB-9A1AB24DA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930" y="4242816"/>
            <a:ext cx="1725740" cy="250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AD3A34-1EDF-45D4-E426-8B8A72D4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モチベーション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8E67BB-A82B-3C13-EBE3-19523162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8363"/>
            <a:ext cx="10515600" cy="39344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5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ja-JP" altLang="en-US" sz="5400" b="1" dirty="0">
                <a:solidFill>
                  <a:srgbClr val="FF0000"/>
                </a:solidFill>
              </a:rPr>
              <a:t>お客様に喜んでもらうこと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D26597-AA8B-0866-F3CD-DB7F0470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4870E-18EA-4D0E-9208-A5EAF841495B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1911FD-4C93-6F9E-699F-0DB7B1B2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8</a:t>
            </a:fld>
            <a:r>
              <a:rPr lang="en-US" altLang="ja-JP" dirty="0"/>
              <a:t>/11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493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BDE838-17A6-2C77-0AC4-45A0CDE3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BNI</a:t>
            </a:r>
            <a:r>
              <a:rPr kumimoji="1" lang="ja-JP" altLang="en-US" dirty="0"/>
              <a:t>に入って得られたもの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B1AF5E-7FFB-862D-AA8D-83385C26E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7821"/>
            <a:ext cx="10515600" cy="39344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dirty="0"/>
              <a:t>志の高い仲間たち</a:t>
            </a:r>
            <a:endParaRPr kumimoji="1"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dirty="0"/>
              <a:t>人生の先輩、良い指導者</a:t>
            </a:r>
            <a:endParaRPr kumimoji="1"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dirty="0"/>
              <a:t>大学生活で</a:t>
            </a:r>
            <a:r>
              <a:rPr lang="ja-JP" altLang="en-US" dirty="0"/>
              <a:t>は得られない貴重な</a:t>
            </a:r>
            <a:r>
              <a:rPr lang="ja-JP" altLang="en-US" dirty="0">
                <a:solidFill>
                  <a:srgbClr val="FF0000"/>
                </a:solidFill>
              </a:rPr>
              <a:t>経験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8185C9-930F-A552-0134-53444891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5D61-0795-40EE-A7E7-4192D4C92426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35EC6F-DD1D-C01E-A915-B136C387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9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374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C9787D-9DB9-A0A1-5961-9A946F9D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頂きたい</a:t>
            </a:r>
            <a:r>
              <a:rPr kumimoji="1" lang="ja-JP" altLang="en-US" dirty="0"/>
              <a:t>リファーラル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F3791-FD7C-ECC4-782C-3E2E07211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3540"/>
            <a:ext cx="10515600" cy="39344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ja-JP" altLang="en-US" dirty="0"/>
              <a:t>洗車業務を任せたい車屋さん、整備士さん</a:t>
            </a:r>
            <a:endParaRPr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dirty="0"/>
              <a:t>車を持っている多忙な経営者さん</a:t>
            </a:r>
            <a:endParaRPr kumimoji="1" lang="en-US" altLang="ja-JP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ja-JP" altLang="en-US" dirty="0"/>
              <a:t>自身で車を洗わない一般の方</a:t>
            </a:r>
            <a:endParaRPr kumimoji="1" lang="en-US" altLang="ja-JP" dirty="0"/>
          </a:p>
          <a:p>
            <a:pPr marL="0" indent="0">
              <a:lnSpc>
                <a:spcPct val="150000"/>
              </a:lnSpc>
              <a:buNone/>
            </a:pP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84DC98-5D61-6EE3-5BDE-F950CB4F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DC34D-F349-4803-AC97-5A65C7578A26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2F8BEE-704B-2E37-3969-DBBBB339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10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2025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ECC0F-D36B-4373-C71B-6D0D6FBF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49607B-09D1-D0AA-D7CE-36609635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1779"/>
            <a:ext cx="10515600" cy="393446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仲間を増やしていき、ゆくゆくは</a:t>
            </a:r>
            <a:r>
              <a:rPr kumimoji="1" lang="ja-JP" altLang="en-US" u="sng" dirty="0"/>
              <a:t>活動範囲を全国に広げていきたい</a:t>
            </a:r>
            <a:r>
              <a:rPr kumimoji="1" lang="ja-JP" altLang="en-US" dirty="0"/>
              <a:t>。</a:t>
            </a:r>
            <a:endParaRPr kumimoji="1" lang="en-US" altLang="ja-JP" dirty="0"/>
          </a:p>
          <a:p>
            <a:pPr marL="0" indent="0">
              <a:buNone/>
            </a:pPr>
            <a:br>
              <a:rPr kumimoji="1" lang="en-US" altLang="ja-JP" dirty="0"/>
            </a:br>
            <a:r>
              <a:rPr kumimoji="1" lang="ja-JP" altLang="en-US" dirty="0"/>
              <a:t>洗車と言ったらここの会社だよねというような</a:t>
            </a:r>
            <a:r>
              <a:rPr kumimoji="1" lang="ja-JP" altLang="en-US" u="sng" dirty="0"/>
              <a:t>認知を確立させたい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EE0570-A4B8-4FFC-D84B-F39CFDC1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37A90-9C9B-4DFA-82D9-8BE671023F95}" type="datetime1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EDCF90-650D-4B25-B27C-331537B9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9983-9F63-4C0C-A461-F3EDEAEC82EB}" type="slidenum">
              <a:rPr kumimoji="1" lang="ja-JP" altLang="en-US" smtClean="0"/>
              <a:t>11</a:t>
            </a:fld>
            <a:r>
              <a:rPr kumimoji="1" lang="en-US" altLang="ja-JP" dirty="0"/>
              <a:t>/11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852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306</Words>
  <Application>Microsoft Office PowerPoint</Application>
  <PresentationFormat>ワイド画面</PresentationFormat>
  <Paragraphs>65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メイリオ</vt:lpstr>
      <vt:lpstr>游ゴシック</vt:lpstr>
      <vt:lpstr>Arial</vt:lpstr>
      <vt:lpstr>Wingdings</vt:lpstr>
      <vt:lpstr>Office テーマ</vt:lpstr>
      <vt:lpstr>“出張洗車”</vt:lpstr>
      <vt:lpstr>プロフィール</vt:lpstr>
      <vt:lpstr>生い立ち</vt:lpstr>
      <vt:lpstr>起業までの道のり</vt:lpstr>
      <vt:lpstr>なぜ“出張洗車”なのか①</vt:lpstr>
      <vt:lpstr>なぜ“出張洗車”なのか②</vt:lpstr>
      <vt:lpstr>事業の特徴</vt:lpstr>
      <vt:lpstr>モチベーション</vt:lpstr>
      <vt:lpstr>BNIに入って得られたもの</vt:lpstr>
      <vt:lpstr>頂きたいリファーラル</vt:lpstr>
      <vt:lpstr>今後の目標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菖 堀本</dc:creator>
  <cp:lastModifiedBy>菖 堀本</cp:lastModifiedBy>
  <cp:revision>1</cp:revision>
  <dcterms:created xsi:type="dcterms:W3CDTF">2026-05-26T10:23:58Z</dcterms:created>
  <dcterms:modified xsi:type="dcterms:W3CDTF">2026-06-05T00:25:41Z</dcterms:modified>
</cp:coreProperties>
</file>